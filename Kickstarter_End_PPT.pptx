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305" r:id="rId5"/>
    <p:sldId id="306" r:id="rId6"/>
    <p:sldId id="307" r:id="rId7"/>
    <p:sldId id="308" r:id="rId8"/>
    <p:sldId id="309" r:id="rId9"/>
    <p:sldId id="319" r:id="rId10"/>
    <p:sldId id="310" r:id="rId11"/>
    <p:sldId id="320" r:id="rId12"/>
    <p:sldId id="323" r:id="rId13"/>
    <p:sldId id="324" r:id="rId14"/>
    <p:sldId id="342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4" r:id="rId23"/>
    <p:sldId id="335" r:id="rId24"/>
    <p:sldId id="336" r:id="rId25"/>
    <p:sldId id="337" r:id="rId26"/>
    <p:sldId id="338" r:id="rId27"/>
    <p:sldId id="341" r:id="rId28"/>
    <p:sldId id="339" r:id="rId29"/>
    <p:sldId id="340" r:id="rId30"/>
    <p:sldId id="315" r:id="rId31"/>
    <p:sldId id="316" r:id="rId32"/>
    <p:sldId id="31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82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10/20/2025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=""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=""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=""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=""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=""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=""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=""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=""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=""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=""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=""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=""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=""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=""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=""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=""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=""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=""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=""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=""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=""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=""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=""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=""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=""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=""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=""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=""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=""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=""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=""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=""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=""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=""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=""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=""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=""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=""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=""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=""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=""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=""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=""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=""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=""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=""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=""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=""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=""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=""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=""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=""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=""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=""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=""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=""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=""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=""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=""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=""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=""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=""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=""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=""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=""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=""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=""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=""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=""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=""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=""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=""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=""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=""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=""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=""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=""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ssmyweb.com/startup/crowdsourcing-crowdfunding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A%B2%80%EC%83%89-%EB%8F%8B%EB%B3%B4%EA%B8%B0-%EC%A6%9D%EA%B0%80-%ED%99%95%EB%8C%80-%EC%B0%BE%EC%9C%BC%EB%A0%A4%EB%A9%B4-%ED%98%95%EC%82%AC-1141436/" TargetMode="Externa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947F8EA-AAE1-E392-187D-B45389265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387927" y="268779"/>
            <a:ext cx="11402291" cy="630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reeform: Shape 28">
            <a:extLst>
              <a:ext uri="{FF2B5EF4-FFF2-40B4-BE49-F238E27FC236}">
                <a16:creationId xmlns:a16="http://schemas.microsoft.com/office/drawing/2014/main" xmlns="" id="{DD1C241B-6E41-4D5C-BB00-4322E53B82E7}"/>
              </a:ext>
            </a:extLst>
          </p:cNvPr>
          <p:cNvSpPr/>
          <p:nvPr/>
        </p:nvSpPr>
        <p:spPr>
          <a:xfrm>
            <a:off x="3327147" y="893345"/>
            <a:ext cx="4147794" cy="989816"/>
          </a:xfrm>
          <a:custGeom>
            <a:avLst/>
            <a:gdLst>
              <a:gd name="connsiteX0" fmla="*/ 3563333 w 3676455"/>
              <a:gd name="connsiteY0" fmla="*/ 1393602 h 1393602"/>
              <a:gd name="connsiteX1" fmla="*/ 3450211 w 3676455"/>
              <a:gd name="connsiteY1" fmla="*/ 1393601 h 1393602"/>
              <a:gd name="connsiteX2" fmla="*/ 3450211 w 3676455"/>
              <a:gd name="connsiteY2" fmla="*/ 1029273 h 1393602"/>
              <a:gd name="connsiteX3" fmla="*/ 3443903 w 3676455"/>
              <a:gd name="connsiteY3" fmla="*/ 1027654 h 1393602"/>
              <a:gd name="connsiteX4" fmla="*/ 3441568 w 3676455"/>
              <a:gd name="connsiteY4" fmla="*/ 1027504 h 1393602"/>
              <a:gd name="connsiteX5" fmla="*/ 3441568 w 3676455"/>
              <a:gd name="connsiteY5" fmla="*/ 1033019 h 1393602"/>
              <a:gd name="connsiteX6" fmla="*/ 365854 w 3676455"/>
              <a:gd name="connsiteY6" fmla="*/ 1033019 h 1393602"/>
              <a:gd name="connsiteX7" fmla="*/ 317368 w 3676455"/>
              <a:gd name="connsiteY7" fmla="*/ 1038523 h 1393602"/>
              <a:gd name="connsiteX8" fmla="*/ 268882 w 3676455"/>
              <a:gd name="connsiteY8" fmla="*/ 1033019 h 1393602"/>
              <a:gd name="connsiteX9" fmla="*/ 254524 w 3676455"/>
              <a:gd name="connsiteY9" fmla="*/ 1033019 h 1393602"/>
              <a:gd name="connsiteX10" fmla="*/ 254524 w 3676455"/>
              <a:gd name="connsiteY10" fmla="*/ 1031389 h 1393602"/>
              <a:gd name="connsiteX11" fmla="*/ 194445 w 3676455"/>
              <a:gd name="connsiteY11" fmla="*/ 1024569 h 1393602"/>
              <a:gd name="connsiteX12" fmla="*/ 1570 w 3676455"/>
              <a:gd name="connsiteY12" fmla="*/ 860960 h 1393602"/>
              <a:gd name="connsiteX13" fmla="*/ 1570 w 3676455"/>
              <a:gd name="connsiteY13" fmla="*/ 280085 h 1393602"/>
              <a:gd name="connsiteX14" fmla="*/ 0 w 3676455"/>
              <a:gd name="connsiteY14" fmla="*/ 263951 h 1393602"/>
              <a:gd name="connsiteX15" fmla="*/ 1570 w 3676455"/>
              <a:gd name="connsiteY15" fmla="*/ 247817 h 1393602"/>
              <a:gd name="connsiteX16" fmla="*/ 1570 w 3676455"/>
              <a:gd name="connsiteY16" fmla="*/ 207392 h 1393602"/>
              <a:gd name="connsiteX17" fmla="*/ 4960 w 3676455"/>
              <a:gd name="connsiteY17" fmla="*/ 212995 h 1393602"/>
              <a:gd name="connsiteX18" fmla="*/ 10001 w 3676455"/>
              <a:gd name="connsiteY18" fmla="*/ 161209 h 1393602"/>
              <a:gd name="connsiteX19" fmla="*/ 127262 w 3676455"/>
              <a:gd name="connsiteY19" fmla="*/ 0 h 1393602"/>
              <a:gd name="connsiteX20" fmla="*/ 254524 w 3676455"/>
              <a:gd name="connsiteY20" fmla="*/ 1 h 1393602"/>
              <a:gd name="connsiteX21" fmla="*/ 254524 w 3676455"/>
              <a:gd name="connsiteY21" fmla="*/ 340149 h 1393602"/>
              <a:gd name="connsiteX22" fmla="*/ 566530 w 3676455"/>
              <a:gd name="connsiteY22" fmla="*/ 340149 h 1393602"/>
              <a:gd name="connsiteX23" fmla="*/ 633166 w 3676455"/>
              <a:gd name="connsiteY23" fmla="*/ 338413 h 1393602"/>
              <a:gd name="connsiteX24" fmla="*/ 633166 w 3676455"/>
              <a:gd name="connsiteY24" fmla="*/ 340149 h 1393602"/>
              <a:gd name="connsiteX25" fmla="*/ 3288577 w 3676455"/>
              <a:gd name="connsiteY25" fmla="*/ 340149 h 1393602"/>
              <a:gd name="connsiteX26" fmla="*/ 3359084 w 3676455"/>
              <a:gd name="connsiteY26" fmla="*/ 332182 h 1393602"/>
              <a:gd name="connsiteX27" fmla="*/ 3429591 w 3676455"/>
              <a:gd name="connsiteY27" fmla="*/ 340149 h 1393602"/>
              <a:gd name="connsiteX28" fmla="*/ 3441568 w 3676455"/>
              <a:gd name="connsiteY28" fmla="*/ 340149 h 1393602"/>
              <a:gd name="connsiteX29" fmla="*/ 3441568 w 3676455"/>
              <a:gd name="connsiteY29" fmla="*/ 341502 h 1393602"/>
              <a:gd name="connsiteX30" fmla="*/ 3482007 w 3676455"/>
              <a:gd name="connsiteY30" fmla="*/ 346072 h 1393602"/>
              <a:gd name="connsiteX31" fmla="*/ 3674882 w 3676455"/>
              <a:gd name="connsiteY31" fmla="*/ 508930 h 1393602"/>
              <a:gd name="connsiteX32" fmla="*/ 3674882 w 3676455"/>
              <a:gd name="connsiteY32" fmla="*/ 1086275 h 1393602"/>
              <a:gd name="connsiteX33" fmla="*/ 3676455 w 3676455"/>
              <a:gd name="connsiteY33" fmla="*/ 1106084 h 1393602"/>
              <a:gd name="connsiteX34" fmla="*/ 3674882 w 3676455"/>
              <a:gd name="connsiteY34" fmla="*/ 1125893 h 1393602"/>
              <a:gd name="connsiteX35" fmla="*/ 3674882 w 3676455"/>
              <a:gd name="connsiteY35" fmla="*/ 1159499 h 1393602"/>
              <a:gd name="connsiteX36" fmla="*/ 3672521 w 3676455"/>
              <a:gd name="connsiteY36" fmla="*/ 1155614 h 1393602"/>
              <a:gd name="connsiteX37" fmla="*/ 3667565 w 3676455"/>
              <a:gd name="connsiteY37" fmla="*/ 1217999 h 1393602"/>
              <a:gd name="connsiteX38" fmla="*/ 3563333 w 3676455"/>
              <a:gd name="connsiteY38" fmla="*/ 1393602 h 139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676455" h="1393602">
                <a:moveTo>
                  <a:pt x="3563333" y="1393602"/>
                </a:moveTo>
                <a:lnTo>
                  <a:pt x="3450211" y="1393601"/>
                </a:lnTo>
                <a:lnTo>
                  <a:pt x="3450211" y="1029273"/>
                </a:lnTo>
                <a:lnTo>
                  <a:pt x="3443903" y="1027654"/>
                </a:lnTo>
                <a:lnTo>
                  <a:pt x="3441568" y="1027504"/>
                </a:lnTo>
                <a:lnTo>
                  <a:pt x="3441568" y="1033019"/>
                </a:lnTo>
                <a:lnTo>
                  <a:pt x="365854" y="1033019"/>
                </a:lnTo>
                <a:lnTo>
                  <a:pt x="317368" y="1038523"/>
                </a:lnTo>
                <a:lnTo>
                  <a:pt x="268882" y="1033019"/>
                </a:lnTo>
                <a:lnTo>
                  <a:pt x="254524" y="1033019"/>
                </a:lnTo>
                <a:lnTo>
                  <a:pt x="254524" y="1031389"/>
                </a:lnTo>
                <a:lnTo>
                  <a:pt x="194445" y="1024569"/>
                </a:lnTo>
                <a:cubicBezTo>
                  <a:pt x="81101" y="997614"/>
                  <a:pt x="1570" y="934509"/>
                  <a:pt x="1570" y="860960"/>
                </a:cubicBezTo>
                <a:lnTo>
                  <a:pt x="1570" y="280085"/>
                </a:lnTo>
                <a:lnTo>
                  <a:pt x="0" y="263951"/>
                </a:lnTo>
                <a:lnTo>
                  <a:pt x="1570" y="247817"/>
                </a:lnTo>
                <a:lnTo>
                  <a:pt x="1570" y="207392"/>
                </a:lnTo>
                <a:lnTo>
                  <a:pt x="4960" y="212995"/>
                </a:lnTo>
                <a:lnTo>
                  <a:pt x="10001" y="161209"/>
                </a:lnTo>
                <a:cubicBezTo>
                  <a:pt x="29320" y="66473"/>
                  <a:pt x="74548" y="0"/>
                  <a:pt x="127262" y="0"/>
                </a:cubicBezTo>
                <a:lnTo>
                  <a:pt x="254524" y="1"/>
                </a:lnTo>
                <a:lnTo>
                  <a:pt x="254524" y="340149"/>
                </a:lnTo>
                <a:lnTo>
                  <a:pt x="566530" y="340149"/>
                </a:lnTo>
                <a:lnTo>
                  <a:pt x="633166" y="338413"/>
                </a:lnTo>
                <a:lnTo>
                  <a:pt x="633166" y="340149"/>
                </a:lnTo>
                <a:lnTo>
                  <a:pt x="3288577" y="340149"/>
                </a:lnTo>
                <a:lnTo>
                  <a:pt x="3359084" y="332182"/>
                </a:lnTo>
                <a:lnTo>
                  <a:pt x="3429591" y="340149"/>
                </a:lnTo>
                <a:lnTo>
                  <a:pt x="3441568" y="340149"/>
                </a:lnTo>
                <a:lnTo>
                  <a:pt x="3441568" y="341502"/>
                </a:lnTo>
                <a:lnTo>
                  <a:pt x="3482007" y="346072"/>
                </a:lnTo>
                <a:cubicBezTo>
                  <a:pt x="3595351" y="372904"/>
                  <a:pt x="3674882" y="435719"/>
                  <a:pt x="3674882" y="508930"/>
                </a:cubicBezTo>
                <a:lnTo>
                  <a:pt x="3674882" y="1086275"/>
                </a:lnTo>
                <a:lnTo>
                  <a:pt x="3676455" y="1106084"/>
                </a:lnTo>
                <a:lnTo>
                  <a:pt x="3674882" y="1125893"/>
                </a:lnTo>
                <a:lnTo>
                  <a:pt x="3674882" y="1159499"/>
                </a:lnTo>
                <a:lnTo>
                  <a:pt x="3672521" y="1155614"/>
                </a:lnTo>
                <a:lnTo>
                  <a:pt x="3667565" y="1217999"/>
                </a:lnTo>
                <a:cubicBezTo>
                  <a:pt x="3650393" y="1321194"/>
                  <a:pt x="3610190" y="1393602"/>
                  <a:pt x="3563333" y="139360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MADHURA PATIL</a:t>
            </a:r>
          </a:p>
        </p:txBody>
      </p:sp>
      <p:sp>
        <p:nvSpPr>
          <p:cNvPr id="8" name="Round Diagonal Corner Rectangle 7"/>
          <p:cNvSpPr/>
          <p:nvPr/>
        </p:nvSpPr>
        <p:spPr>
          <a:xfrm>
            <a:off x="2259875" y="114536"/>
            <a:ext cx="6596744" cy="494302"/>
          </a:xfrm>
          <a:prstGeom prst="round2DiagRect">
            <a:avLst/>
          </a:prstGeom>
          <a:solidFill>
            <a:srgbClr val="C000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GROUP MEMBERS NAME</a:t>
            </a:r>
            <a:endParaRPr lang="en-IN" sz="3200" b="1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xmlns="" id="{466819FF-F433-4B05-8B4D-AB10765B41CD}"/>
              </a:ext>
            </a:extLst>
          </p:cNvPr>
          <p:cNvSpPr/>
          <p:nvPr/>
        </p:nvSpPr>
        <p:spPr>
          <a:xfrm>
            <a:off x="3343977" y="1477298"/>
            <a:ext cx="4130964" cy="959748"/>
          </a:xfrm>
          <a:custGeom>
            <a:avLst/>
            <a:gdLst>
              <a:gd name="connsiteX0" fmla="*/ 3563333 w 3676455"/>
              <a:gd name="connsiteY0" fmla="*/ 1393602 h 1393602"/>
              <a:gd name="connsiteX1" fmla="*/ 3450211 w 3676455"/>
              <a:gd name="connsiteY1" fmla="*/ 1393601 h 1393602"/>
              <a:gd name="connsiteX2" fmla="*/ 3450211 w 3676455"/>
              <a:gd name="connsiteY2" fmla="*/ 1029273 h 1393602"/>
              <a:gd name="connsiteX3" fmla="*/ 3443903 w 3676455"/>
              <a:gd name="connsiteY3" fmla="*/ 1027654 h 1393602"/>
              <a:gd name="connsiteX4" fmla="*/ 3441568 w 3676455"/>
              <a:gd name="connsiteY4" fmla="*/ 1027504 h 1393602"/>
              <a:gd name="connsiteX5" fmla="*/ 3441568 w 3676455"/>
              <a:gd name="connsiteY5" fmla="*/ 1033019 h 1393602"/>
              <a:gd name="connsiteX6" fmla="*/ 365854 w 3676455"/>
              <a:gd name="connsiteY6" fmla="*/ 1033019 h 1393602"/>
              <a:gd name="connsiteX7" fmla="*/ 317368 w 3676455"/>
              <a:gd name="connsiteY7" fmla="*/ 1038523 h 1393602"/>
              <a:gd name="connsiteX8" fmla="*/ 268882 w 3676455"/>
              <a:gd name="connsiteY8" fmla="*/ 1033019 h 1393602"/>
              <a:gd name="connsiteX9" fmla="*/ 254524 w 3676455"/>
              <a:gd name="connsiteY9" fmla="*/ 1033019 h 1393602"/>
              <a:gd name="connsiteX10" fmla="*/ 254524 w 3676455"/>
              <a:gd name="connsiteY10" fmla="*/ 1031389 h 1393602"/>
              <a:gd name="connsiteX11" fmla="*/ 194445 w 3676455"/>
              <a:gd name="connsiteY11" fmla="*/ 1024569 h 1393602"/>
              <a:gd name="connsiteX12" fmla="*/ 1570 w 3676455"/>
              <a:gd name="connsiteY12" fmla="*/ 860960 h 1393602"/>
              <a:gd name="connsiteX13" fmla="*/ 1570 w 3676455"/>
              <a:gd name="connsiteY13" fmla="*/ 280085 h 1393602"/>
              <a:gd name="connsiteX14" fmla="*/ 0 w 3676455"/>
              <a:gd name="connsiteY14" fmla="*/ 263951 h 1393602"/>
              <a:gd name="connsiteX15" fmla="*/ 1570 w 3676455"/>
              <a:gd name="connsiteY15" fmla="*/ 247817 h 1393602"/>
              <a:gd name="connsiteX16" fmla="*/ 1570 w 3676455"/>
              <a:gd name="connsiteY16" fmla="*/ 207392 h 1393602"/>
              <a:gd name="connsiteX17" fmla="*/ 4960 w 3676455"/>
              <a:gd name="connsiteY17" fmla="*/ 212995 h 1393602"/>
              <a:gd name="connsiteX18" fmla="*/ 10001 w 3676455"/>
              <a:gd name="connsiteY18" fmla="*/ 161209 h 1393602"/>
              <a:gd name="connsiteX19" fmla="*/ 127262 w 3676455"/>
              <a:gd name="connsiteY19" fmla="*/ 0 h 1393602"/>
              <a:gd name="connsiteX20" fmla="*/ 254524 w 3676455"/>
              <a:gd name="connsiteY20" fmla="*/ 1 h 1393602"/>
              <a:gd name="connsiteX21" fmla="*/ 254524 w 3676455"/>
              <a:gd name="connsiteY21" fmla="*/ 340149 h 1393602"/>
              <a:gd name="connsiteX22" fmla="*/ 566530 w 3676455"/>
              <a:gd name="connsiteY22" fmla="*/ 340149 h 1393602"/>
              <a:gd name="connsiteX23" fmla="*/ 633166 w 3676455"/>
              <a:gd name="connsiteY23" fmla="*/ 338413 h 1393602"/>
              <a:gd name="connsiteX24" fmla="*/ 633166 w 3676455"/>
              <a:gd name="connsiteY24" fmla="*/ 340149 h 1393602"/>
              <a:gd name="connsiteX25" fmla="*/ 3288577 w 3676455"/>
              <a:gd name="connsiteY25" fmla="*/ 340149 h 1393602"/>
              <a:gd name="connsiteX26" fmla="*/ 3359084 w 3676455"/>
              <a:gd name="connsiteY26" fmla="*/ 332182 h 1393602"/>
              <a:gd name="connsiteX27" fmla="*/ 3429591 w 3676455"/>
              <a:gd name="connsiteY27" fmla="*/ 340149 h 1393602"/>
              <a:gd name="connsiteX28" fmla="*/ 3441568 w 3676455"/>
              <a:gd name="connsiteY28" fmla="*/ 340149 h 1393602"/>
              <a:gd name="connsiteX29" fmla="*/ 3441568 w 3676455"/>
              <a:gd name="connsiteY29" fmla="*/ 341502 h 1393602"/>
              <a:gd name="connsiteX30" fmla="*/ 3482007 w 3676455"/>
              <a:gd name="connsiteY30" fmla="*/ 346072 h 1393602"/>
              <a:gd name="connsiteX31" fmla="*/ 3674882 w 3676455"/>
              <a:gd name="connsiteY31" fmla="*/ 508930 h 1393602"/>
              <a:gd name="connsiteX32" fmla="*/ 3674882 w 3676455"/>
              <a:gd name="connsiteY32" fmla="*/ 1086275 h 1393602"/>
              <a:gd name="connsiteX33" fmla="*/ 3676455 w 3676455"/>
              <a:gd name="connsiteY33" fmla="*/ 1106084 h 1393602"/>
              <a:gd name="connsiteX34" fmla="*/ 3674882 w 3676455"/>
              <a:gd name="connsiteY34" fmla="*/ 1125893 h 1393602"/>
              <a:gd name="connsiteX35" fmla="*/ 3674882 w 3676455"/>
              <a:gd name="connsiteY35" fmla="*/ 1159499 h 1393602"/>
              <a:gd name="connsiteX36" fmla="*/ 3672521 w 3676455"/>
              <a:gd name="connsiteY36" fmla="*/ 1155614 h 1393602"/>
              <a:gd name="connsiteX37" fmla="*/ 3667565 w 3676455"/>
              <a:gd name="connsiteY37" fmla="*/ 1217999 h 1393602"/>
              <a:gd name="connsiteX38" fmla="*/ 3563333 w 3676455"/>
              <a:gd name="connsiteY38" fmla="*/ 1393602 h 139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676455" h="1393602">
                <a:moveTo>
                  <a:pt x="3563333" y="1393602"/>
                </a:moveTo>
                <a:lnTo>
                  <a:pt x="3450211" y="1393601"/>
                </a:lnTo>
                <a:lnTo>
                  <a:pt x="3450211" y="1029273"/>
                </a:lnTo>
                <a:lnTo>
                  <a:pt x="3443903" y="1027654"/>
                </a:lnTo>
                <a:lnTo>
                  <a:pt x="3441568" y="1027504"/>
                </a:lnTo>
                <a:lnTo>
                  <a:pt x="3441568" y="1033019"/>
                </a:lnTo>
                <a:lnTo>
                  <a:pt x="365854" y="1033019"/>
                </a:lnTo>
                <a:lnTo>
                  <a:pt x="317368" y="1038523"/>
                </a:lnTo>
                <a:lnTo>
                  <a:pt x="268882" y="1033019"/>
                </a:lnTo>
                <a:lnTo>
                  <a:pt x="254524" y="1033019"/>
                </a:lnTo>
                <a:lnTo>
                  <a:pt x="254524" y="1031389"/>
                </a:lnTo>
                <a:lnTo>
                  <a:pt x="194445" y="1024569"/>
                </a:lnTo>
                <a:cubicBezTo>
                  <a:pt x="81101" y="997614"/>
                  <a:pt x="1570" y="934509"/>
                  <a:pt x="1570" y="860960"/>
                </a:cubicBezTo>
                <a:lnTo>
                  <a:pt x="1570" y="280085"/>
                </a:lnTo>
                <a:lnTo>
                  <a:pt x="0" y="263951"/>
                </a:lnTo>
                <a:lnTo>
                  <a:pt x="1570" y="247817"/>
                </a:lnTo>
                <a:lnTo>
                  <a:pt x="1570" y="207392"/>
                </a:lnTo>
                <a:lnTo>
                  <a:pt x="4960" y="212995"/>
                </a:lnTo>
                <a:lnTo>
                  <a:pt x="10001" y="161209"/>
                </a:lnTo>
                <a:cubicBezTo>
                  <a:pt x="29320" y="66473"/>
                  <a:pt x="74548" y="0"/>
                  <a:pt x="127262" y="0"/>
                </a:cubicBezTo>
                <a:lnTo>
                  <a:pt x="254524" y="1"/>
                </a:lnTo>
                <a:lnTo>
                  <a:pt x="254524" y="340149"/>
                </a:lnTo>
                <a:lnTo>
                  <a:pt x="566530" y="340149"/>
                </a:lnTo>
                <a:lnTo>
                  <a:pt x="633166" y="338413"/>
                </a:lnTo>
                <a:lnTo>
                  <a:pt x="633166" y="340149"/>
                </a:lnTo>
                <a:lnTo>
                  <a:pt x="3288577" y="340149"/>
                </a:lnTo>
                <a:lnTo>
                  <a:pt x="3359084" y="332182"/>
                </a:lnTo>
                <a:lnTo>
                  <a:pt x="3429591" y="340149"/>
                </a:lnTo>
                <a:lnTo>
                  <a:pt x="3441568" y="340149"/>
                </a:lnTo>
                <a:lnTo>
                  <a:pt x="3441568" y="341502"/>
                </a:lnTo>
                <a:lnTo>
                  <a:pt x="3482007" y="346072"/>
                </a:lnTo>
                <a:cubicBezTo>
                  <a:pt x="3595351" y="372904"/>
                  <a:pt x="3674882" y="435719"/>
                  <a:pt x="3674882" y="508930"/>
                </a:cubicBezTo>
                <a:lnTo>
                  <a:pt x="3674882" y="1086275"/>
                </a:lnTo>
                <a:lnTo>
                  <a:pt x="3676455" y="1106084"/>
                </a:lnTo>
                <a:lnTo>
                  <a:pt x="3674882" y="1125893"/>
                </a:lnTo>
                <a:lnTo>
                  <a:pt x="3674882" y="1159499"/>
                </a:lnTo>
                <a:lnTo>
                  <a:pt x="3672521" y="1155614"/>
                </a:lnTo>
                <a:lnTo>
                  <a:pt x="3667565" y="1217999"/>
                </a:lnTo>
                <a:cubicBezTo>
                  <a:pt x="3650393" y="1321194"/>
                  <a:pt x="3610190" y="1393602"/>
                  <a:pt x="3563333" y="139360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DIKSHA GUPTA</a:t>
            </a:r>
            <a:endParaRPr lang="en-GB" b="1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xmlns="" id="{A80B478F-B146-4ADC-8CA1-F03436497DDE}"/>
              </a:ext>
            </a:extLst>
          </p:cNvPr>
          <p:cNvSpPr/>
          <p:nvPr/>
        </p:nvSpPr>
        <p:spPr>
          <a:xfrm>
            <a:off x="3360807" y="2067201"/>
            <a:ext cx="4147794" cy="989816"/>
          </a:xfrm>
          <a:custGeom>
            <a:avLst/>
            <a:gdLst>
              <a:gd name="connsiteX0" fmla="*/ 3563333 w 3676455"/>
              <a:gd name="connsiteY0" fmla="*/ 1393602 h 1393602"/>
              <a:gd name="connsiteX1" fmla="*/ 3450211 w 3676455"/>
              <a:gd name="connsiteY1" fmla="*/ 1393601 h 1393602"/>
              <a:gd name="connsiteX2" fmla="*/ 3450211 w 3676455"/>
              <a:gd name="connsiteY2" fmla="*/ 1029273 h 1393602"/>
              <a:gd name="connsiteX3" fmla="*/ 3443903 w 3676455"/>
              <a:gd name="connsiteY3" fmla="*/ 1027654 h 1393602"/>
              <a:gd name="connsiteX4" fmla="*/ 3441568 w 3676455"/>
              <a:gd name="connsiteY4" fmla="*/ 1027504 h 1393602"/>
              <a:gd name="connsiteX5" fmla="*/ 3441568 w 3676455"/>
              <a:gd name="connsiteY5" fmla="*/ 1033019 h 1393602"/>
              <a:gd name="connsiteX6" fmla="*/ 365854 w 3676455"/>
              <a:gd name="connsiteY6" fmla="*/ 1033019 h 1393602"/>
              <a:gd name="connsiteX7" fmla="*/ 317368 w 3676455"/>
              <a:gd name="connsiteY7" fmla="*/ 1038523 h 1393602"/>
              <a:gd name="connsiteX8" fmla="*/ 268882 w 3676455"/>
              <a:gd name="connsiteY8" fmla="*/ 1033019 h 1393602"/>
              <a:gd name="connsiteX9" fmla="*/ 254524 w 3676455"/>
              <a:gd name="connsiteY9" fmla="*/ 1033019 h 1393602"/>
              <a:gd name="connsiteX10" fmla="*/ 254524 w 3676455"/>
              <a:gd name="connsiteY10" fmla="*/ 1031389 h 1393602"/>
              <a:gd name="connsiteX11" fmla="*/ 194445 w 3676455"/>
              <a:gd name="connsiteY11" fmla="*/ 1024569 h 1393602"/>
              <a:gd name="connsiteX12" fmla="*/ 1570 w 3676455"/>
              <a:gd name="connsiteY12" fmla="*/ 860960 h 1393602"/>
              <a:gd name="connsiteX13" fmla="*/ 1570 w 3676455"/>
              <a:gd name="connsiteY13" fmla="*/ 280085 h 1393602"/>
              <a:gd name="connsiteX14" fmla="*/ 0 w 3676455"/>
              <a:gd name="connsiteY14" fmla="*/ 263951 h 1393602"/>
              <a:gd name="connsiteX15" fmla="*/ 1570 w 3676455"/>
              <a:gd name="connsiteY15" fmla="*/ 247817 h 1393602"/>
              <a:gd name="connsiteX16" fmla="*/ 1570 w 3676455"/>
              <a:gd name="connsiteY16" fmla="*/ 207392 h 1393602"/>
              <a:gd name="connsiteX17" fmla="*/ 4960 w 3676455"/>
              <a:gd name="connsiteY17" fmla="*/ 212995 h 1393602"/>
              <a:gd name="connsiteX18" fmla="*/ 10001 w 3676455"/>
              <a:gd name="connsiteY18" fmla="*/ 161209 h 1393602"/>
              <a:gd name="connsiteX19" fmla="*/ 127262 w 3676455"/>
              <a:gd name="connsiteY19" fmla="*/ 0 h 1393602"/>
              <a:gd name="connsiteX20" fmla="*/ 254524 w 3676455"/>
              <a:gd name="connsiteY20" fmla="*/ 1 h 1393602"/>
              <a:gd name="connsiteX21" fmla="*/ 254524 w 3676455"/>
              <a:gd name="connsiteY21" fmla="*/ 340149 h 1393602"/>
              <a:gd name="connsiteX22" fmla="*/ 566530 w 3676455"/>
              <a:gd name="connsiteY22" fmla="*/ 340149 h 1393602"/>
              <a:gd name="connsiteX23" fmla="*/ 633166 w 3676455"/>
              <a:gd name="connsiteY23" fmla="*/ 338413 h 1393602"/>
              <a:gd name="connsiteX24" fmla="*/ 633166 w 3676455"/>
              <a:gd name="connsiteY24" fmla="*/ 340149 h 1393602"/>
              <a:gd name="connsiteX25" fmla="*/ 3288577 w 3676455"/>
              <a:gd name="connsiteY25" fmla="*/ 340149 h 1393602"/>
              <a:gd name="connsiteX26" fmla="*/ 3359084 w 3676455"/>
              <a:gd name="connsiteY26" fmla="*/ 332182 h 1393602"/>
              <a:gd name="connsiteX27" fmla="*/ 3429591 w 3676455"/>
              <a:gd name="connsiteY27" fmla="*/ 340149 h 1393602"/>
              <a:gd name="connsiteX28" fmla="*/ 3441568 w 3676455"/>
              <a:gd name="connsiteY28" fmla="*/ 340149 h 1393602"/>
              <a:gd name="connsiteX29" fmla="*/ 3441568 w 3676455"/>
              <a:gd name="connsiteY29" fmla="*/ 341502 h 1393602"/>
              <a:gd name="connsiteX30" fmla="*/ 3482007 w 3676455"/>
              <a:gd name="connsiteY30" fmla="*/ 346072 h 1393602"/>
              <a:gd name="connsiteX31" fmla="*/ 3674882 w 3676455"/>
              <a:gd name="connsiteY31" fmla="*/ 508930 h 1393602"/>
              <a:gd name="connsiteX32" fmla="*/ 3674882 w 3676455"/>
              <a:gd name="connsiteY32" fmla="*/ 1086275 h 1393602"/>
              <a:gd name="connsiteX33" fmla="*/ 3676455 w 3676455"/>
              <a:gd name="connsiteY33" fmla="*/ 1106084 h 1393602"/>
              <a:gd name="connsiteX34" fmla="*/ 3674882 w 3676455"/>
              <a:gd name="connsiteY34" fmla="*/ 1125893 h 1393602"/>
              <a:gd name="connsiteX35" fmla="*/ 3674882 w 3676455"/>
              <a:gd name="connsiteY35" fmla="*/ 1159499 h 1393602"/>
              <a:gd name="connsiteX36" fmla="*/ 3672521 w 3676455"/>
              <a:gd name="connsiteY36" fmla="*/ 1155614 h 1393602"/>
              <a:gd name="connsiteX37" fmla="*/ 3667565 w 3676455"/>
              <a:gd name="connsiteY37" fmla="*/ 1217999 h 1393602"/>
              <a:gd name="connsiteX38" fmla="*/ 3563333 w 3676455"/>
              <a:gd name="connsiteY38" fmla="*/ 1393602 h 139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676455" h="1393602">
                <a:moveTo>
                  <a:pt x="3563333" y="1393602"/>
                </a:moveTo>
                <a:lnTo>
                  <a:pt x="3450211" y="1393601"/>
                </a:lnTo>
                <a:lnTo>
                  <a:pt x="3450211" y="1029273"/>
                </a:lnTo>
                <a:lnTo>
                  <a:pt x="3443903" y="1027654"/>
                </a:lnTo>
                <a:lnTo>
                  <a:pt x="3441568" y="1027504"/>
                </a:lnTo>
                <a:lnTo>
                  <a:pt x="3441568" y="1033019"/>
                </a:lnTo>
                <a:lnTo>
                  <a:pt x="365854" y="1033019"/>
                </a:lnTo>
                <a:lnTo>
                  <a:pt x="317368" y="1038523"/>
                </a:lnTo>
                <a:lnTo>
                  <a:pt x="268882" y="1033019"/>
                </a:lnTo>
                <a:lnTo>
                  <a:pt x="254524" y="1033019"/>
                </a:lnTo>
                <a:lnTo>
                  <a:pt x="254524" y="1031389"/>
                </a:lnTo>
                <a:lnTo>
                  <a:pt x="194445" y="1024569"/>
                </a:lnTo>
                <a:cubicBezTo>
                  <a:pt x="81101" y="997614"/>
                  <a:pt x="1570" y="934509"/>
                  <a:pt x="1570" y="860960"/>
                </a:cubicBezTo>
                <a:lnTo>
                  <a:pt x="1570" y="280085"/>
                </a:lnTo>
                <a:lnTo>
                  <a:pt x="0" y="263951"/>
                </a:lnTo>
                <a:lnTo>
                  <a:pt x="1570" y="247817"/>
                </a:lnTo>
                <a:lnTo>
                  <a:pt x="1570" y="207392"/>
                </a:lnTo>
                <a:lnTo>
                  <a:pt x="4960" y="212995"/>
                </a:lnTo>
                <a:lnTo>
                  <a:pt x="10001" y="161209"/>
                </a:lnTo>
                <a:cubicBezTo>
                  <a:pt x="29320" y="66473"/>
                  <a:pt x="74548" y="0"/>
                  <a:pt x="127262" y="0"/>
                </a:cubicBezTo>
                <a:lnTo>
                  <a:pt x="254524" y="1"/>
                </a:lnTo>
                <a:lnTo>
                  <a:pt x="254524" y="340149"/>
                </a:lnTo>
                <a:lnTo>
                  <a:pt x="566530" y="340149"/>
                </a:lnTo>
                <a:lnTo>
                  <a:pt x="633166" y="338413"/>
                </a:lnTo>
                <a:lnTo>
                  <a:pt x="633166" y="340149"/>
                </a:lnTo>
                <a:lnTo>
                  <a:pt x="3288577" y="340149"/>
                </a:lnTo>
                <a:lnTo>
                  <a:pt x="3359084" y="332182"/>
                </a:lnTo>
                <a:lnTo>
                  <a:pt x="3429591" y="340149"/>
                </a:lnTo>
                <a:lnTo>
                  <a:pt x="3441568" y="340149"/>
                </a:lnTo>
                <a:lnTo>
                  <a:pt x="3441568" y="341502"/>
                </a:lnTo>
                <a:lnTo>
                  <a:pt x="3482007" y="346072"/>
                </a:lnTo>
                <a:cubicBezTo>
                  <a:pt x="3595351" y="372904"/>
                  <a:pt x="3674882" y="435719"/>
                  <a:pt x="3674882" y="508930"/>
                </a:cubicBezTo>
                <a:lnTo>
                  <a:pt x="3674882" y="1086275"/>
                </a:lnTo>
                <a:lnTo>
                  <a:pt x="3676455" y="1106084"/>
                </a:lnTo>
                <a:lnTo>
                  <a:pt x="3674882" y="1125893"/>
                </a:lnTo>
                <a:lnTo>
                  <a:pt x="3674882" y="1159499"/>
                </a:lnTo>
                <a:lnTo>
                  <a:pt x="3672521" y="1155614"/>
                </a:lnTo>
                <a:lnTo>
                  <a:pt x="3667565" y="1217999"/>
                </a:lnTo>
                <a:cubicBezTo>
                  <a:pt x="3650393" y="1321194"/>
                  <a:pt x="3610190" y="1393602"/>
                  <a:pt x="3563333" y="139360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PRAKRUTI PANDYA</a:t>
            </a:r>
            <a:endParaRPr lang="en-US" b="1" dirty="0"/>
          </a:p>
        </p:txBody>
      </p:sp>
      <p:sp>
        <p:nvSpPr>
          <p:cNvPr id="11" name="Freeform: Shape 13">
            <a:extLst>
              <a:ext uri="{FF2B5EF4-FFF2-40B4-BE49-F238E27FC236}">
                <a16:creationId xmlns:a16="http://schemas.microsoft.com/office/drawing/2014/main" xmlns="" id="{2382F1E4-CA15-4963-A672-7E573B45A1B0}"/>
              </a:ext>
            </a:extLst>
          </p:cNvPr>
          <p:cNvSpPr/>
          <p:nvPr/>
        </p:nvSpPr>
        <p:spPr>
          <a:xfrm>
            <a:off x="3360807" y="2683723"/>
            <a:ext cx="4147794" cy="989816"/>
          </a:xfrm>
          <a:custGeom>
            <a:avLst/>
            <a:gdLst>
              <a:gd name="connsiteX0" fmla="*/ 3563333 w 3676455"/>
              <a:gd name="connsiteY0" fmla="*/ 1393602 h 1393602"/>
              <a:gd name="connsiteX1" fmla="*/ 3450211 w 3676455"/>
              <a:gd name="connsiteY1" fmla="*/ 1393601 h 1393602"/>
              <a:gd name="connsiteX2" fmla="*/ 3450211 w 3676455"/>
              <a:gd name="connsiteY2" fmla="*/ 1029273 h 1393602"/>
              <a:gd name="connsiteX3" fmla="*/ 3443903 w 3676455"/>
              <a:gd name="connsiteY3" fmla="*/ 1027654 h 1393602"/>
              <a:gd name="connsiteX4" fmla="*/ 3441568 w 3676455"/>
              <a:gd name="connsiteY4" fmla="*/ 1027504 h 1393602"/>
              <a:gd name="connsiteX5" fmla="*/ 3441568 w 3676455"/>
              <a:gd name="connsiteY5" fmla="*/ 1033019 h 1393602"/>
              <a:gd name="connsiteX6" fmla="*/ 365854 w 3676455"/>
              <a:gd name="connsiteY6" fmla="*/ 1033019 h 1393602"/>
              <a:gd name="connsiteX7" fmla="*/ 317368 w 3676455"/>
              <a:gd name="connsiteY7" fmla="*/ 1038523 h 1393602"/>
              <a:gd name="connsiteX8" fmla="*/ 268882 w 3676455"/>
              <a:gd name="connsiteY8" fmla="*/ 1033019 h 1393602"/>
              <a:gd name="connsiteX9" fmla="*/ 254524 w 3676455"/>
              <a:gd name="connsiteY9" fmla="*/ 1033019 h 1393602"/>
              <a:gd name="connsiteX10" fmla="*/ 254524 w 3676455"/>
              <a:gd name="connsiteY10" fmla="*/ 1031389 h 1393602"/>
              <a:gd name="connsiteX11" fmla="*/ 194445 w 3676455"/>
              <a:gd name="connsiteY11" fmla="*/ 1024569 h 1393602"/>
              <a:gd name="connsiteX12" fmla="*/ 1570 w 3676455"/>
              <a:gd name="connsiteY12" fmla="*/ 860960 h 1393602"/>
              <a:gd name="connsiteX13" fmla="*/ 1570 w 3676455"/>
              <a:gd name="connsiteY13" fmla="*/ 280085 h 1393602"/>
              <a:gd name="connsiteX14" fmla="*/ 0 w 3676455"/>
              <a:gd name="connsiteY14" fmla="*/ 263951 h 1393602"/>
              <a:gd name="connsiteX15" fmla="*/ 1570 w 3676455"/>
              <a:gd name="connsiteY15" fmla="*/ 247817 h 1393602"/>
              <a:gd name="connsiteX16" fmla="*/ 1570 w 3676455"/>
              <a:gd name="connsiteY16" fmla="*/ 207392 h 1393602"/>
              <a:gd name="connsiteX17" fmla="*/ 4960 w 3676455"/>
              <a:gd name="connsiteY17" fmla="*/ 212995 h 1393602"/>
              <a:gd name="connsiteX18" fmla="*/ 10001 w 3676455"/>
              <a:gd name="connsiteY18" fmla="*/ 161209 h 1393602"/>
              <a:gd name="connsiteX19" fmla="*/ 127262 w 3676455"/>
              <a:gd name="connsiteY19" fmla="*/ 0 h 1393602"/>
              <a:gd name="connsiteX20" fmla="*/ 254524 w 3676455"/>
              <a:gd name="connsiteY20" fmla="*/ 1 h 1393602"/>
              <a:gd name="connsiteX21" fmla="*/ 254524 w 3676455"/>
              <a:gd name="connsiteY21" fmla="*/ 340149 h 1393602"/>
              <a:gd name="connsiteX22" fmla="*/ 566530 w 3676455"/>
              <a:gd name="connsiteY22" fmla="*/ 340149 h 1393602"/>
              <a:gd name="connsiteX23" fmla="*/ 633166 w 3676455"/>
              <a:gd name="connsiteY23" fmla="*/ 338413 h 1393602"/>
              <a:gd name="connsiteX24" fmla="*/ 633166 w 3676455"/>
              <a:gd name="connsiteY24" fmla="*/ 340149 h 1393602"/>
              <a:gd name="connsiteX25" fmla="*/ 3288577 w 3676455"/>
              <a:gd name="connsiteY25" fmla="*/ 340149 h 1393602"/>
              <a:gd name="connsiteX26" fmla="*/ 3359084 w 3676455"/>
              <a:gd name="connsiteY26" fmla="*/ 332182 h 1393602"/>
              <a:gd name="connsiteX27" fmla="*/ 3429591 w 3676455"/>
              <a:gd name="connsiteY27" fmla="*/ 340149 h 1393602"/>
              <a:gd name="connsiteX28" fmla="*/ 3441568 w 3676455"/>
              <a:gd name="connsiteY28" fmla="*/ 340149 h 1393602"/>
              <a:gd name="connsiteX29" fmla="*/ 3441568 w 3676455"/>
              <a:gd name="connsiteY29" fmla="*/ 341502 h 1393602"/>
              <a:gd name="connsiteX30" fmla="*/ 3482007 w 3676455"/>
              <a:gd name="connsiteY30" fmla="*/ 346072 h 1393602"/>
              <a:gd name="connsiteX31" fmla="*/ 3674882 w 3676455"/>
              <a:gd name="connsiteY31" fmla="*/ 508930 h 1393602"/>
              <a:gd name="connsiteX32" fmla="*/ 3674882 w 3676455"/>
              <a:gd name="connsiteY32" fmla="*/ 1086275 h 1393602"/>
              <a:gd name="connsiteX33" fmla="*/ 3676455 w 3676455"/>
              <a:gd name="connsiteY33" fmla="*/ 1106084 h 1393602"/>
              <a:gd name="connsiteX34" fmla="*/ 3674882 w 3676455"/>
              <a:gd name="connsiteY34" fmla="*/ 1125893 h 1393602"/>
              <a:gd name="connsiteX35" fmla="*/ 3674882 w 3676455"/>
              <a:gd name="connsiteY35" fmla="*/ 1159499 h 1393602"/>
              <a:gd name="connsiteX36" fmla="*/ 3672521 w 3676455"/>
              <a:gd name="connsiteY36" fmla="*/ 1155614 h 1393602"/>
              <a:gd name="connsiteX37" fmla="*/ 3667565 w 3676455"/>
              <a:gd name="connsiteY37" fmla="*/ 1217999 h 1393602"/>
              <a:gd name="connsiteX38" fmla="*/ 3563333 w 3676455"/>
              <a:gd name="connsiteY38" fmla="*/ 1393602 h 139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676455" h="1393602">
                <a:moveTo>
                  <a:pt x="3563333" y="1393602"/>
                </a:moveTo>
                <a:lnTo>
                  <a:pt x="3450211" y="1393601"/>
                </a:lnTo>
                <a:lnTo>
                  <a:pt x="3450211" y="1029273"/>
                </a:lnTo>
                <a:lnTo>
                  <a:pt x="3443903" y="1027654"/>
                </a:lnTo>
                <a:lnTo>
                  <a:pt x="3441568" y="1027504"/>
                </a:lnTo>
                <a:lnTo>
                  <a:pt x="3441568" y="1033019"/>
                </a:lnTo>
                <a:lnTo>
                  <a:pt x="365854" y="1033019"/>
                </a:lnTo>
                <a:lnTo>
                  <a:pt x="317368" y="1038523"/>
                </a:lnTo>
                <a:lnTo>
                  <a:pt x="268882" y="1033019"/>
                </a:lnTo>
                <a:lnTo>
                  <a:pt x="254524" y="1033019"/>
                </a:lnTo>
                <a:lnTo>
                  <a:pt x="254524" y="1031389"/>
                </a:lnTo>
                <a:lnTo>
                  <a:pt x="194445" y="1024569"/>
                </a:lnTo>
                <a:cubicBezTo>
                  <a:pt x="81101" y="997614"/>
                  <a:pt x="1570" y="934509"/>
                  <a:pt x="1570" y="860960"/>
                </a:cubicBezTo>
                <a:lnTo>
                  <a:pt x="1570" y="280085"/>
                </a:lnTo>
                <a:lnTo>
                  <a:pt x="0" y="263951"/>
                </a:lnTo>
                <a:lnTo>
                  <a:pt x="1570" y="247817"/>
                </a:lnTo>
                <a:lnTo>
                  <a:pt x="1570" y="207392"/>
                </a:lnTo>
                <a:lnTo>
                  <a:pt x="4960" y="212995"/>
                </a:lnTo>
                <a:lnTo>
                  <a:pt x="10001" y="161209"/>
                </a:lnTo>
                <a:cubicBezTo>
                  <a:pt x="29320" y="66473"/>
                  <a:pt x="74548" y="0"/>
                  <a:pt x="127262" y="0"/>
                </a:cubicBezTo>
                <a:lnTo>
                  <a:pt x="254524" y="1"/>
                </a:lnTo>
                <a:lnTo>
                  <a:pt x="254524" y="340149"/>
                </a:lnTo>
                <a:lnTo>
                  <a:pt x="566530" y="340149"/>
                </a:lnTo>
                <a:lnTo>
                  <a:pt x="633166" y="338413"/>
                </a:lnTo>
                <a:lnTo>
                  <a:pt x="633166" y="340149"/>
                </a:lnTo>
                <a:lnTo>
                  <a:pt x="3288577" y="340149"/>
                </a:lnTo>
                <a:lnTo>
                  <a:pt x="3359084" y="332182"/>
                </a:lnTo>
                <a:lnTo>
                  <a:pt x="3429591" y="340149"/>
                </a:lnTo>
                <a:lnTo>
                  <a:pt x="3441568" y="340149"/>
                </a:lnTo>
                <a:lnTo>
                  <a:pt x="3441568" y="341502"/>
                </a:lnTo>
                <a:lnTo>
                  <a:pt x="3482007" y="346072"/>
                </a:lnTo>
                <a:cubicBezTo>
                  <a:pt x="3595351" y="372904"/>
                  <a:pt x="3674882" y="435719"/>
                  <a:pt x="3674882" y="508930"/>
                </a:cubicBezTo>
                <a:lnTo>
                  <a:pt x="3674882" y="1086275"/>
                </a:lnTo>
                <a:lnTo>
                  <a:pt x="3676455" y="1106084"/>
                </a:lnTo>
                <a:lnTo>
                  <a:pt x="3674882" y="1125893"/>
                </a:lnTo>
                <a:lnTo>
                  <a:pt x="3674882" y="1159499"/>
                </a:lnTo>
                <a:lnTo>
                  <a:pt x="3672521" y="1155614"/>
                </a:lnTo>
                <a:lnTo>
                  <a:pt x="3667565" y="1217999"/>
                </a:lnTo>
                <a:cubicBezTo>
                  <a:pt x="3650393" y="1321194"/>
                  <a:pt x="3610190" y="1393602"/>
                  <a:pt x="3563333" y="139360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NANDINI GUPTA</a:t>
            </a:r>
            <a:endParaRPr lang="en-US" b="1" dirty="0"/>
          </a:p>
        </p:txBody>
      </p:sp>
      <p:sp>
        <p:nvSpPr>
          <p:cNvPr id="12" name="Freeform: Shape 14">
            <a:extLst>
              <a:ext uri="{FF2B5EF4-FFF2-40B4-BE49-F238E27FC236}">
                <a16:creationId xmlns:a16="http://schemas.microsoft.com/office/drawing/2014/main" xmlns="" id="{3B29A4C6-0EBD-48AC-9100-9DE0669B9D7F}"/>
              </a:ext>
            </a:extLst>
          </p:cNvPr>
          <p:cNvSpPr/>
          <p:nvPr/>
        </p:nvSpPr>
        <p:spPr>
          <a:xfrm>
            <a:off x="3332848" y="3303694"/>
            <a:ext cx="4166500" cy="989816"/>
          </a:xfrm>
          <a:custGeom>
            <a:avLst/>
            <a:gdLst>
              <a:gd name="connsiteX0" fmla="*/ 3563333 w 3676455"/>
              <a:gd name="connsiteY0" fmla="*/ 1393602 h 1393602"/>
              <a:gd name="connsiteX1" fmla="*/ 3450211 w 3676455"/>
              <a:gd name="connsiteY1" fmla="*/ 1393601 h 1393602"/>
              <a:gd name="connsiteX2" fmla="*/ 3450211 w 3676455"/>
              <a:gd name="connsiteY2" fmla="*/ 1029273 h 1393602"/>
              <a:gd name="connsiteX3" fmla="*/ 3443903 w 3676455"/>
              <a:gd name="connsiteY3" fmla="*/ 1027654 h 1393602"/>
              <a:gd name="connsiteX4" fmla="*/ 3441568 w 3676455"/>
              <a:gd name="connsiteY4" fmla="*/ 1027504 h 1393602"/>
              <a:gd name="connsiteX5" fmla="*/ 3441568 w 3676455"/>
              <a:gd name="connsiteY5" fmla="*/ 1033019 h 1393602"/>
              <a:gd name="connsiteX6" fmla="*/ 365854 w 3676455"/>
              <a:gd name="connsiteY6" fmla="*/ 1033019 h 1393602"/>
              <a:gd name="connsiteX7" fmla="*/ 317368 w 3676455"/>
              <a:gd name="connsiteY7" fmla="*/ 1038523 h 1393602"/>
              <a:gd name="connsiteX8" fmla="*/ 268882 w 3676455"/>
              <a:gd name="connsiteY8" fmla="*/ 1033019 h 1393602"/>
              <a:gd name="connsiteX9" fmla="*/ 254524 w 3676455"/>
              <a:gd name="connsiteY9" fmla="*/ 1033019 h 1393602"/>
              <a:gd name="connsiteX10" fmla="*/ 254524 w 3676455"/>
              <a:gd name="connsiteY10" fmla="*/ 1031389 h 1393602"/>
              <a:gd name="connsiteX11" fmla="*/ 194445 w 3676455"/>
              <a:gd name="connsiteY11" fmla="*/ 1024569 h 1393602"/>
              <a:gd name="connsiteX12" fmla="*/ 1570 w 3676455"/>
              <a:gd name="connsiteY12" fmla="*/ 860960 h 1393602"/>
              <a:gd name="connsiteX13" fmla="*/ 1570 w 3676455"/>
              <a:gd name="connsiteY13" fmla="*/ 280085 h 1393602"/>
              <a:gd name="connsiteX14" fmla="*/ 0 w 3676455"/>
              <a:gd name="connsiteY14" fmla="*/ 263951 h 1393602"/>
              <a:gd name="connsiteX15" fmla="*/ 1570 w 3676455"/>
              <a:gd name="connsiteY15" fmla="*/ 247817 h 1393602"/>
              <a:gd name="connsiteX16" fmla="*/ 1570 w 3676455"/>
              <a:gd name="connsiteY16" fmla="*/ 207392 h 1393602"/>
              <a:gd name="connsiteX17" fmla="*/ 4960 w 3676455"/>
              <a:gd name="connsiteY17" fmla="*/ 212995 h 1393602"/>
              <a:gd name="connsiteX18" fmla="*/ 10001 w 3676455"/>
              <a:gd name="connsiteY18" fmla="*/ 161209 h 1393602"/>
              <a:gd name="connsiteX19" fmla="*/ 127262 w 3676455"/>
              <a:gd name="connsiteY19" fmla="*/ 0 h 1393602"/>
              <a:gd name="connsiteX20" fmla="*/ 254524 w 3676455"/>
              <a:gd name="connsiteY20" fmla="*/ 1 h 1393602"/>
              <a:gd name="connsiteX21" fmla="*/ 254524 w 3676455"/>
              <a:gd name="connsiteY21" fmla="*/ 340149 h 1393602"/>
              <a:gd name="connsiteX22" fmla="*/ 566530 w 3676455"/>
              <a:gd name="connsiteY22" fmla="*/ 340149 h 1393602"/>
              <a:gd name="connsiteX23" fmla="*/ 633166 w 3676455"/>
              <a:gd name="connsiteY23" fmla="*/ 338413 h 1393602"/>
              <a:gd name="connsiteX24" fmla="*/ 633166 w 3676455"/>
              <a:gd name="connsiteY24" fmla="*/ 340149 h 1393602"/>
              <a:gd name="connsiteX25" fmla="*/ 3288577 w 3676455"/>
              <a:gd name="connsiteY25" fmla="*/ 340149 h 1393602"/>
              <a:gd name="connsiteX26" fmla="*/ 3359084 w 3676455"/>
              <a:gd name="connsiteY26" fmla="*/ 332182 h 1393602"/>
              <a:gd name="connsiteX27" fmla="*/ 3429591 w 3676455"/>
              <a:gd name="connsiteY27" fmla="*/ 340149 h 1393602"/>
              <a:gd name="connsiteX28" fmla="*/ 3441568 w 3676455"/>
              <a:gd name="connsiteY28" fmla="*/ 340149 h 1393602"/>
              <a:gd name="connsiteX29" fmla="*/ 3441568 w 3676455"/>
              <a:gd name="connsiteY29" fmla="*/ 341502 h 1393602"/>
              <a:gd name="connsiteX30" fmla="*/ 3482007 w 3676455"/>
              <a:gd name="connsiteY30" fmla="*/ 346072 h 1393602"/>
              <a:gd name="connsiteX31" fmla="*/ 3674882 w 3676455"/>
              <a:gd name="connsiteY31" fmla="*/ 508930 h 1393602"/>
              <a:gd name="connsiteX32" fmla="*/ 3674882 w 3676455"/>
              <a:gd name="connsiteY32" fmla="*/ 1086275 h 1393602"/>
              <a:gd name="connsiteX33" fmla="*/ 3676455 w 3676455"/>
              <a:gd name="connsiteY33" fmla="*/ 1106084 h 1393602"/>
              <a:gd name="connsiteX34" fmla="*/ 3674882 w 3676455"/>
              <a:gd name="connsiteY34" fmla="*/ 1125893 h 1393602"/>
              <a:gd name="connsiteX35" fmla="*/ 3674882 w 3676455"/>
              <a:gd name="connsiteY35" fmla="*/ 1159499 h 1393602"/>
              <a:gd name="connsiteX36" fmla="*/ 3672521 w 3676455"/>
              <a:gd name="connsiteY36" fmla="*/ 1155614 h 1393602"/>
              <a:gd name="connsiteX37" fmla="*/ 3667565 w 3676455"/>
              <a:gd name="connsiteY37" fmla="*/ 1217999 h 1393602"/>
              <a:gd name="connsiteX38" fmla="*/ 3563333 w 3676455"/>
              <a:gd name="connsiteY38" fmla="*/ 1393602 h 139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676455" h="1393602">
                <a:moveTo>
                  <a:pt x="3563333" y="1393602"/>
                </a:moveTo>
                <a:lnTo>
                  <a:pt x="3450211" y="1393601"/>
                </a:lnTo>
                <a:lnTo>
                  <a:pt x="3450211" y="1029273"/>
                </a:lnTo>
                <a:lnTo>
                  <a:pt x="3443903" y="1027654"/>
                </a:lnTo>
                <a:lnTo>
                  <a:pt x="3441568" y="1027504"/>
                </a:lnTo>
                <a:lnTo>
                  <a:pt x="3441568" y="1033019"/>
                </a:lnTo>
                <a:lnTo>
                  <a:pt x="365854" y="1033019"/>
                </a:lnTo>
                <a:lnTo>
                  <a:pt x="317368" y="1038523"/>
                </a:lnTo>
                <a:lnTo>
                  <a:pt x="268882" y="1033019"/>
                </a:lnTo>
                <a:lnTo>
                  <a:pt x="254524" y="1033019"/>
                </a:lnTo>
                <a:lnTo>
                  <a:pt x="254524" y="1031389"/>
                </a:lnTo>
                <a:lnTo>
                  <a:pt x="194445" y="1024569"/>
                </a:lnTo>
                <a:cubicBezTo>
                  <a:pt x="81101" y="997614"/>
                  <a:pt x="1570" y="934509"/>
                  <a:pt x="1570" y="860960"/>
                </a:cubicBezTo>
                <a:lnTo>
                  <a:pt x="1570" y="280085"/>
                </a:lnTo>
                <a:lnTo>
                  <a:pt x="0" y="263951"/>
                </a:lnTo>
                <a:lnTo>
                  <a:pt x="1570" y="247817"/>
                </a:lnTo>
                <a:lnTo>
                  <a:pt x="1570" y="207392"/>
                </a:lnTo>
                <a:lnTo>
                  <a:pt x="4960" y="212995"/>
                </a:lnTo>
                <a:lnTo>
                  <a:pt x="10001" y="161209"/>
                </a:lnTo>
                <a:cubicBezTo>
                  <a:pt x="29320" y="66473"/>
                  <a:pt x="74548" y="0"/>
                  <a:pt x="127262" y="0"/>
                </a:cubicBezTo>
                <a:lnTo>
                  <a:pt x="254524" y="1"/>
                </a:lnTo>
                <a:lnTo>
                  <a:pt x="254524" y="340149"/>
                </a:lnTo>
                <a:lnTo>
                  <a:pt x="566530" y="340149"/>
                </a:lnTo>
                <a:lnTo>
                  <a:pt x="633166" y="338413"/>
                </a:lnTo>
                <a:lnTo>
                  <a:pt x="633166" y="340149"/>
                </a:lnTo>
                <a:lnTo>
                  <a:pt x="3288577" y="340149"/>
                </a:lnTo>
                <a:lnTo>
                  <a:pt x="3359084" y="332182"/>
                </a:lnTo>
                <a:lnTo>
                  <a:pt x="3429591" y="340149"/>
                </a:lnTo>
                <a:lnTo>
                  <a:pt x="3441568" y="340149"/>
                </a:lnTo>
                <a:lnTo>
                  <a:pt x="3441568" y="341502"/>
                </a:lnTo>
                <a:lnTo>
                  <a:pt x="3482007" y="346072"/>
                </a:lnTo>
                <a:cubicBezTo>
                  <a:pt x="3595351" y="372904"/>
                  <a:pt x="3674882" y="435719"/>
                  <a:pt x="3674882" y="508930"/>
                </a:cubicBezTo>
                <a:lnTo>
                  <a:pt x="3674882" y="1086275"/>
                </a:lnTo>
                <a:lnTo>
                  <a:pt x="3676455" y="1106084"/>
                </a:lnTo>
                <a:lnTo>
                  <a:pt x="3674882" y="1125893"/>
                </a:lnTo>
                <a:lnTo>
                  <a:pt x="3674882" y="1159499"/>
                </a:lnTo>
                <a:lnTo>
                  <a:pt x="3672521" y="1155614"/>
                </a:lnTo>
                <a:lnTo>
                  <a:pt x="3667565" y="1217999"/>
                </a:lnTo>
                <a:cubicBezTo>
                  <a:pt x="3650393" y="1321194"/>
                  <a:pt x="3610190" y="1393602"/>
                  <a:pt x="3563333" y="139360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SUBHADIP </a:t>
            </a:r>
            <a:r>
              <a:rPr lang="en-GB" b="1" dirty="0"/>
              <a:t>GHOSH</a:t>
            </a:r>
          </a:p>
        </p:txBody>
      </p:sp>
      <p:sp>
        <p:nvSpPr>
          <p:cNvPr id="13" name="Freeform: Shape 15">
            <a:extLst>
              <a:ext uri="{FF2B5EF4-FFF2-40B4-BE49-F238E27FC236}">
                <a16:creationId xmlns:a16="http://schemas.microsoft.com/office/drawing/2014/main" xmlns="" id="{95ECBCB5-B5B8-4657-A79C-52656CCAB91B}"/>
              </a:ext>
            </a:extLst>
          </p:cNvPr>
          <p:cNvSpPr/>
          <p:nvPr/>
        </p:nvSpPr>
        <p:spPr>
          <a:xfrm>
            <a:off x="3342201" y="3890148"/>
            <a:ext cx="4147794" cy="989816"/>
          </a:xfrm>
          <a:custGeom>
            <a:avLst/>
            <a:gdLst>
              <a:gd name="connsiteX0" fmla="*/ 3563333 w 3676455"/>
              <a:gd name="connsiteY0" fmla="*/ 1393602 h 1393602"/>
              <a:gd name="connsiteX1" fmla="*/ 3450211 w 3676455"/>
              <a:gd name="connsiteY1" fmla="*/ 1393601 h 1393602"/>
              <a:gd name="connsiteX2" fmla="*/ 3450211 w 3676455"/>
              <a:gd name="connsiteY2" fmla="*/ 1029273 h 1393602"/>
              <a:gd name="connsiteX3" fmla="*/ 3443903 w 3676455"/>
              <a:gd name="connsiteY3" fmla="*/ 1027654 h 1393602"/>
              <a:gd name="connsiteX4" fmla="*/ 3441568 w 3676455"/>
              <a:gd name="connsiteY4" fmla="*/ 1027504 h 1393602"/>
              <a:gd name="connsiteX5" fmla="*/ 3441568 w 3676455"/>
              <a:gd name="connsiteY5" fmla="*/ 1033019 h 1393602"/>
              <a:gd name="connsiteX6" fmla="*/ 365854 w 3676455"/>
              <a:gd name="connsiteY6" fmla="*/ 1033019 h 1393602"/>
              <a:gd name="connsiteX7" fmla="*/ 317368 w 3676455"/>
              <a:gd name="connsiteY7" fmla="*/ 1038523 h 1393602"/>
              <a:gd name="connsiteX8" fmla="*/ 268882 w 3676455"/>
              <a:gd name="connsiteY8" fmla="*/ 1033019 h 1393602"/>
              <a:gd name="connsiteX9" fmla="*/ 254524 w 3676455"/>
              <a:gd name="connsiteY9" fmla="*/ 1033019 h 1393602"/>
              <a:gd name="connsiteX10" fmla="*/ 254524 w 3676455"/>
              <a:gd name="connsiteY10" fmla="*/ 1031389 h 1393602"/>
              <a:gd name="connsiteX11" fmla="*/ 194445 w 3676455"/>
              <a:gd name="connsiteY11" fmla="*/ 1024569 h 1393602"/>
              <a:gd name="connsiteX12" fmla="*/ 1570 w 3676455"/>
              <a:gd name="connsiteY12" fmla="*/ 860960 h 1393602"/>
              <a:gd name="connsiteX13" fmla="*/ 1570 w 3676455"/>
              <a:gd name="connsiteY13" fmla="*/ 280085 h 1393602"/>
              <a:gd name="connsiteX14" fmla="*/ 0 w 3676455"/>
              <a:gd name="connsiteY14" fmla="*/ 263951 h 1393602"/>
              <a:gd name="connsiteX15" fmla="*/ 1570 w 3676455"/>
              <a:gd name="connsiteY15" fmla="*/ 247817 h 1393602"/>
              <a:gd name="connsiteX16" fmla="*/ 1570 w 3676455"/>
              <a:gd name="connsiteY16" fmla="*/ 207392 h 1393602"/>
              <a:gd name="connsiteX17" fmla="*/ 4960 w 3676455"/>
              <a:gd name="connsiteY17" fmla="*/ 212995 h 1393602"/>
              <a:gd name="connsiteX18" fmla="*/ 10001 w 3676455"/>
              <a:gd name="connsiteY18" fmla="*/ 161209 h 1393602"/>
              <a:gd name="connsiteX19" fmla="*/ 127262 w 3676455"/>
              <a:gd name="connsiteY19" fmla="*/ 0 h 1393602"/>
              <a:gd name="connsiteX20" fmla="*/ 254524 w 3676455"/>
              <a:gd name="connsiteY20" fmla="*/ 1 h 1393602"/>
              <a:gd name="connsiteX21" fmla="*/ 254524 w 3676455"/>
              <a:gd name="connsiteY21" fmla="*/ 340149 h 1393602"/>
              <a:gd name="connsiteX22" fmla="*/ 566530 w 3676455"/>
              <a:gd name="connsiteY22" fmla="*/ 340149 h 1393602"/>
              <a:gd name="connsiteX23" fmla="*/ 633166 w 3676455"/>
              <a:gd name="connsiteY23" fmla="*/ 338413 h 1393602"/>
              <a:gd name="connsiteX24" fmla="*/ 633166 w 3676455"/>
              <a:gd name="connsiteY24" fmla="*/ 340149 h 1393602"/>
              <a:gd name="connsiteX25" fmla="*/ 3288577 w 3676455"/>
              <a:gd name="connsiteY25" fmla="*/ 340149 h 1393602"/>
              <a:gd name="connsiteX26" fmla="*/ 3359084 w 3676455"/>
              <a:gd name="connsiteY26" fmla="*/ 332182 h 1393602"/>
              <a:gd name="connsiteX27" fmla="*/ 3429591 w 3676455"/>
              <a:gd name="connsiteY27" fmla="*/ 340149 h 1393602"/>
              <a:gd name="connsiteX28" fmla="*/ 3441568 w 3676455"/>
              <a:gd name="connsiteY28" fmla="*/ 340149 h 1393602"/>
              <a:gd name="connsiteX29" fmla="*/ 3441568 w 3676455"/>
              <a:gd name="connsiteY29" fmla="*/ 341502 h 1393602"/>
              <a:gd name="connsiteX30" fmla="*/ 3482007 w 3676455"/>
              <a:gd name="connsiteY30" fmla="*/ 346072 h 1393602"/>
              <a:gd name="connsiteX31" fmla="*/ 3674882 w 3676455"/>
              <a:gd name="connsiteY31" fmla="*/ 508930 h 1393602"/>
              <a:gd name="connsiteX32" fmla="*/ 3674882 w 3676455"/>
              <a:gd name="connsiteY32" fmla="*/ 1086275 h 1393602"/>
              <a:gd name="connsiteX33" fmla="*/ 3676455 w 3676455"/>
              <a:gd name="connsiteY33" fmla="*/ 1106084 h 1393602"/>
              <a:gd name="connsiteX34" fmla="*/ 3674882 w 3676455"/>
              <a:gd name="connsiteY34" fmla="*/ 1125893 h 1393602"/>
              <a:gd name="connsiteX35" fmla="*/ 3674882 w 3676455"/>
              <a:gd name="connsiteY35" fmla="*/ 1159499 h 1393602"/>
              <a:gd name="connsiteX36" fmla="*/ 3672521 w 3676455"/>
              <a:gd name="connsiteY36" fmla="*/ 1155614 h 1393602"/>
              <a:gd name="connsiteX37" fmla="*/ 3667565 w 3676455"/>
              <a:gd name="connsiteY37" fmla="*/ 1217999 h 1393602"/>
              <a:gd name="connsiteX38" fmla="*/ 3563333 w 3676455"/>
              <a:gd name="connsiteY38" fmla="*/ 1393602 h 139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676455" h="1393602">
                <a:moveTo>
                  <a:pt x="3563333" y="1393602"/>
                </a:moveTo>
                <a:lnTo>
                  <a:pt x="3450211" y="1393601"/>
                </a:lnTo>
                <a:lnTo>
                  <a:pt x="3450211" y="1029273"/>
                </a:lnTo>
                <a:lnTo>
                  <a:pt x="3443903" y="1027654"/>
                </a:lnTo>
                <a:lnTo>
                  <a:pt x="3441568" y="1027504"/>
                </a:lnTo>
                <a:lnTo>
                  <a:pt x="3441568" y="1033019"/>
                </a:lnTo>
                <a:lnTo>
                  <a:pt x="365854" y="1033019"/>
                </a:lnTo>
                <a:lnTo>
                  <a:pt x="317368" y="1038523"/>
                </a:lnTo>
                <a:lnTo>
                  <a:pt x="268882" y="1033019"/>
                </a:lnTo>
                <a:lnTo>
                  <a:pt x="254524" y="1033019"/>
                </a:lnTo>
                <a:lnTo>
                  <a:pt x="254524" y="1031389"/>
                </a:lnTo>
                <a:lnTo>
                  <a:pt x="194445" y="1024569"/>
                </a:lnTo>
                <a:cubicBezTo>
                  <a:pt x="81101" y="997614"/>
                  <a:pt x="1570" y="934509"/>
                  <a:pt x="1570" y="860960"/>
                </a:cubicBezTo>
                <a:lnTo>
                  <a:pt x="1570" y="280085"/>
                </a:lnTo>
                <a:lnTo>
                  <a:pt x="0" y="263951"/>
                </a:lnTo>
                <a:lnTo>
                  <a:pt x="1570" y="247817"/>
                </a:lnTo>
                <a:lnTo>
                  <a:pt x="1570" y="207392"/>
                </a:lnTo>
                <a:lnTo>
                  <a:pt x="4960" y="212995"/>
                </a:lnTo>
                <a:lnTo>
                  <a:pt x="10001" y="161209"/>
                </a:lnTo>
                <a:cubicBezTo>
                  <a:pt x="29320" y="66473"/>
                  <a:pt x="74548" y="0"/>
                  <a:pt x="127262" y="0"/>
                </a:cubicBezTo>
                <a:lnTo>
                  <a:pt x="254524" y="1"/>
                </a:lnTo>
                <a:lnTo>
                  <a:pt x="254524" y="340149"/>
                </a:lnTo>
                <a:lnTo>
                  <a:pt x="566530" y="340149"/>
                </a:lnTo>
                <a:lnTo>
                  <a:pt x="633166" y="338413"/>
                </a:lnTo>
                <a:lnTo>
                  <a:pt x="633166" y="340149"/>
                </a:lnTo>
                <a:lnTo>
                  <a:pt x="3288577" y="340149"/>
                </a:lnTo>
                <a:lnTo>
                  <a:pt x="3359084" y="332182"/>
                </a:lnTo>
                <a:lnTo>
                  <a:pt x="3429591" y="340149"/>
                </a:lnTo>
                <a:lnTo>
                  <a:pt x="3441568" y="340149"/>
                </a:lnTo>
                <a:lnTo>
                  <a:pt x="3441568" y="341502"/>
                </a:lnTo>
                <a:lnTo>
                  <a:pt x="3482007" y="346072"/>
                </a:lnTo>
                <a:cubicBezTo>
                  <a:pt x="3595351" y="372904"/>
                  <a:pt x="3674882" y="435719"/>
                  <a:pt x="3674882" y="508930"/>
                </a:cubicBezTo>
                <a:lnTo>
                  <a:pt x="3674882" y="1086275"/>
                </a:lnTo>
                <a:lnTo>
                  <a:pt x="3676455" y="1106084"/>
                </a:lnTo>
                <a:lnTo>
                  <a:pt x="3674882" y="1125893"/>
                </a:lnTo>
                <a:lnTo>
                  <a:pt x="3674882" y="1159499"/>
                </a:lnTo>
                <a:lnTo>
                  <a:pt x="3672521" y="1155614"/>
                </a:lnTo>
                <a:lnTo>
                  <a:pt x="3667565" y="1217999"/>
                </a:lnTo>
                <a:cubicBezTo>
                  <a:pt x="3650393" y="1321194"/>
                  <a:pt x="3610190" y="1393602"/>
                  <a:pt x="3563333" y="139360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SARVESH  JATHAR</a:t>
            </a:r>
          </a:p>
        </p:txBody>
      </p:sp>
      <p:sp>
        <p:nvSpPr>
          <p:cNvPr id="14" name="Freeform: Shape 15">
            <a:extLst>
              <a:ext uri="{FF2B5EF4-FFF2-40B4-BE49-F238E27FC236}">
                <a16:creationId xmlns:a16="http://schemas.microsoft.com/office/drawing/2014/main" xmlns="" id="{95ECBCB5-B5B8-4657-A79C-52656CCAB91B}"/>
              </a:ext>
            </a:extLst>
          </p:cNvPr>
          <p:cNvSpPr/>
          <p:nvPr/>
        </p:nvSpPr>
        <p:spPr>
          <a:xfrm>
            <a:off x="3342201" y="4495599"/>
            <a:ext cx="4147794" cy="989816"/>
          </a:xfrm>
          <a:custGeom>
            <a:avLst/>
            <a:gdLst>
              <a:gd name="connsiteX0" fmla="*/ 3563333 w 3676455"/>
              <a:gd name="connsiteY0" fmla="*/ 1393602 h 1393602"/>
              <a:gd name="connsiteX1" fmla="*/ 3450211 w 3676455"/>
              <a:gd name="connsiteY1" fmla="*/ 1393601 h 1393602"/>
              <a:gd name="connsiteX2" fmla="*/ 3450211 w 3676455"/>
              <a:gd name="connsiteY2" fmla="*/ 1029273 h 1393602"/>
              <a:gd name="connsiteX3" fmla="*/ 3443903 w 3676455"/>
              <a:gd name="connsiteY3" fmla="*/ 1027654 h 1393602"/>
              <a:gd name="connsiteX4" fmla="*/ 3441568 w 3676455"/>
              <a:gd name="connsiteY4" fmla="*/ 1027504 h 1393602"/>
              <a:gd name="connsiteX5" fmla="*/ 3441568 w 3676455"/>
              <a:gd name="connsiteY5" fmla="*/ 1033019 h 1393602"/>
              <a:gd name="connsiteX6" fmla="*/ 365854 w 3676455"/>
              <a:gd name="connsiteY6" fmla="*/ 1033019 h 1393602"/>
              <a:gd name="connsiteX7" fmla="*/ 317368 w 3676455"/>
              <a:gd name="connsiteY7" fmla="*/ 1038523 h 1393602"/>
              <a:gd name="connsiteX8" fmla="*/ 268882 w 3676455"/>
              <a:gd name="connsiteY8" fmla="*/ 1033019 h 1393602"/>
              <a:gd name="connsiteX9" fmla="*/ 254524 w 3676455"/>
              <a:gd name="connsiteY9" fmla="*/ 1033019 h 1393602"/>
              <a:gd name="connsiteX10" fmla="*/ 254524 w 3676455"/>
              <a:gd name="connsiteY10" fmla="*/ 1031389 h 1393602"/>
              <a:gd name="connsiteX11" fmla="*/ 194445 w 3676455"/>
              <a:gd name="connsiteY11" fmla="*/ 1024569 h 1393602"/>
              <a:gd name="connsiteX12" fmla="*/ 1570 w 3676455"/>
              <a:gd name="connsiteY12" fmla="*/ 860960 h 1393602"/>
              <a:gd name="connsiteX13" fmla="*/ 1570 w 3676455"/>
              <a:gd name="connsiteY13" fmla="*/ 280085 h 1393602"/>
              <a:gd name="connsiteX14" fmla="*/ 0 w 3676455"/>
              <a:gd name="connsiteY14" fmla="*/ 263951 h 1393602"/>
              <a:gd name="connsiteX15" fmla="*/ 1570 w 3676455"/>
              <a:gd name="connsiteY15" fmla="*/ 247817 h 1393602"/>
              <a:gd name="connsiteX16" fmla="*/ 1570 w 3676455"/>
              <a:gd name="connsiteY16" fmla="*/ 207392 h 1393602"/>
              <a:gd name="connsiteX17" fmla="*/ 4960 w 3676455"/>
              <a:gd name="connsiteY17" fmla="*/ 212995 h 1393602"/>
              <a:gd name="connsiteX18" fmla="*/ 10001 w 3676455"/>
              <a:gd name="connsiteY18" fmla="*/ 161209 h 1393602"/>
              <a:gd name="connsiteX19" fmla="*/ 127262 w 3676455"/>
              <a:gd name="connsiteY19" fmla="*/ 0 h 1393602"/>
              <a:gd name="connsiteX20" fmla="*/ 254524 w 3676455"/>
              <a:gd name="connsiteY20" fmla="*/ 1 h 1393602"/>
              <a:gd name="connsiteX21" fmla="*/ 254524 w 3676455"/>
              <a:gd name="connsiteY21" fmla="*/ 340149 h 1393602"/>
              <a:gd name="connsiteX22" fmla="*/ 566530 w 3676455"/>
              <a:gd name="connsiteY22" fmla="*/ 340149 h 1393602"/>
              <a:gd name="connsiteX23" fmla="*/ 633166 w 3676455"/>
              <a:gd name="connsiteY23" fmla="*/ 338413 h 1393602"/>
              <a:gd name="connsiteX24" fmla="*/ 633166 w 3676455"/>
              <a:gd name="connsiteY24" fmla="*/ 340149 h 1393602"/>
              <a:gd name="connsiteX25" fmla="*/ 3288577 w 3676455"/>
              <a:gd name="connsiteY25" fmla="*/ 340149 h 1393602"/>
              <a:gd name="connsiteX26" fmla="*/ 3359084 w 3676455"/>
              <a:gd name="connsiteY26" fmla="*/ 332182 h 1393602"/>
              <a:gd name="connsiteX27" fmla="*/ 3429591 w 3676455"/>
              <a:gd name="connsiteY27" fmla="*/ 340149 h 1393602"/>
              <a:gd name="connsiteX28" fmla="*/ 3441568 w 3676455"/>
              <a:gd name="connsiteY28" fmla="*/ 340149 h 1393602"/>
              <a:gd name="connsiteX29" fmla="*/ 3441568 w 3676455"/>
              <a:gd name="connsiteY29" fmla="*/ 341502 h 1393602"/>
              <a:gd name="connsiteX30" fmla="*/ 3482007 w 3676455"/>
              <a:gd name="connsiteY30" fmla="*/ 346072 h 1393602"/>
              <a:gd name="connsiteX31" fmla="*/ 3674882 w 3676455"/>
              <a:gd name="connsiteY31" fmla="*/ 508930 h 1393602"/>
              <a:gd name="connsiteX32" fmla="*/ 3674882 w 3676455"/>
              <a:gd name="connsiteY32" fmla="*/ 1086275 h 1393602"/>
              <a:gd name="connsiteX33" fmla="*/ 3676455 w 3676455"/>
              <a:gd name="connsiteY33" fmla="*/ 1106084 h 1393602"/>
              <a:gd name="connsiteX34" fmla="*/ 3674882 w 3676455"/>
              <a:gd name="connsiteY34" fmla="*/ 1125893 h 1393602"/>
              <a:gd name="connsiteX35" fmla="*/ 3674882 w 3676455"/>
              <a:gd name="connsiteY35" fmla="*/ 1159499 h 1393602"/>
              <a:gd name="connsiteX36" fmla="*/ 3672521 w 3676455"/>
              <a:gd name="connsiteY36" fmla="*/ 1155614 h 1393602"/>
              <a:gd name="connsiteX37" fmla="*/ 3667565 w 3676455"/>
              <a:gd name="connsiteY37" fmla="*/ 1217999 h 1393602"/>
              <a:gd name="connsiteX38" fmla="*/ 3563333 w 3676455"/>
              <a:gd name="connsiteY38" fmla="*/ 1393602 h 139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676455" h="1393602">
                <a:moveTo>
                  <a:pt x="3563333" y="1393602"/>
                </a:moveTo>
                <a:lnTo>
                  <a:pt x="3450211" y="1393601"/>
                </a:lnTo>
                <a:lnTo>
                  <a:pt x="3450211" y="1029273"/>
                </a:lnTo>
                <a:lnTo>
                  <a:pt x="3443903" y="1027654"/>
                </a:lnTo>
                <a:lnTo>
                  <a:pt x="3441568" y="1027504"/>
                </a:lnTo>
                <a:lnTo>
                  <a:pt x="3441568" y="1033019"/>
                </a:lnTo>
                <a:lnTo>
                  <a:pt x="365854" y="1033019"/>
                </a:lnTo>
                <a:lnTo>
                  <a:pt x="317368" y="1038523"/>
                </a:lnTo>
                <a:lnTo>
                  <a:pt x="268882" y="1033019"/>
                </a:lnTo>
                <a:lnTo>
                  <a:pt x="254524" y="1033019"/>
                </a:lnTo>
                <a:lnTo>
                  <a:pt x="254524" y="1031389"/>
                </a:lnTo>
                <a:lnTo>
                  <a:pt x="194445" y="1024569"/>
                </a:lnTo>
                <a:cubicBezTo>
                  <a:pt x="81101" y="997614"/>
                  <a:pt x="1570" y="934509"/>
                  <a:pt x="1570" y="860960"/>
                </a:cubicBezTo>
                <a:lnTo>
                  <a:pt x="1570" y="280085"/>
                </a:lnTo>
                <a:lnTo>
                  <a:pt x="0" y="263951"/>
                </a:lnTo>
                <a:lnTo>
                  <a:pt x="1570" y="247817"/>
                </a:lnTo>
                <a:lnTo>
                  <a:pt x="1570" y="207392"/>
                </a:lnTo>
                <a:lnTo>
                  <a:pt x="4960" y="212995"/>
                </a:lnTo>
                <a:lnTo>
                  <a:pt x="10001" y="161209"/>
                </a:lnTo>
                <a:cubicBezTo>
                  <a:pt x="29320" y="66473"/>
                  <a:pt x="74548" y="0"/>
                  <a:pt x="127262" y="0"/>
                </a:cubicBezTo>
                <a:lnTo>
                  <a:pt x="254524" y="1"/>
                </a:lnTo>
                <a:lnTo>
                  <a:pt x="254524" y="340149"/>
                </a:lnTo>
                <a:lnTo>
                  <a:pt x="566530" y="340149"/>
                </a:lnTo>
                <a:lnTo>
                  <a:pt x="633166" y="338413"/>
                </a:lnTo>
                <a:lnTo>
                  <a:pt x="633166" y="340149"/>
                </a:lnTo>
                <a:lnTo>
                  <a:pt x="3288577" y="340149"/>
                </a:lnTo>
                <a:lnTo>
                  <a:pt x="3359084" y="332182"/>
                </a:lnTo>
                <a:lnTo>
                  <a:pt x="3429591" y="340149"/>
                </a:lnTo>
                <a:lnTo>
                  <a:pt x="3441568" y="340149"/>
                </a:lnTo>
                <a:lnTo>
                  <a:pt x="3441568" y="341502"/>
                </a:lnTo>
                <a:lnTo>
                  <a:pt x="3482007" y="346072"/>
                </a:lnTo>
                <a:cubicBezTo>
                  <a:pt x="3595351" y="372904"/>
                  <a:pt x="3674882" y="435719"/>
                  <a:pt x="3674882" y="508930"/>
                </a:cubicBezTo>
                <a:lnTo>
                  <a:pt x="3674882" y="1086275"/>
                </a:lnTo>
                <a:lnTo>
                  <a:pt x="3676455" y="1106084"/>
                </a:lnTo>
                <a:lnTo>
                  <a:pt x="3674882" y="1125893"/>
                </a:lnTo>
                <a:lnTo>
                  <a:pt x="3674882" y="1159499"/>
                </a:lnTo>
                <a:lnTo>
                  <a:pt x="3672521" y="1155614"/>
                </a:lnTo>
                <a:lnTo>
                  <a:pt x="3667565" y="1217999"/>
                </a:lnTo>
                <a:cubicBezTo>
                  <a:pt x="3650393" y="1321194"/>
                  <a:pt x="3610190" y="1393602"/>
                  <a:pt x="3563333" y="139360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PAVADA  ANJI</a:t>
            </a:r>
          </a:p>
        </p:txBody>
      </p:sp>
      <p:sp>
        <p:nvSpPr>
          <p:cNvPr id="15" name="Freeform: Shape 15">
            <a:extLst>
              <a:ext uri="{FF2B5EF4-FFF2-40B4-BE49-F238E27FC236}">
                <a16:creationId xmlns:a16="http://schemas.microsoft.com/office/drawing/2014/main" xmlns="" id="{95ECBCB5-B5B8-4657-A79C-52656CCAB91B}"/>
              </a:ext>
            </a:extLst>
          </p:cNvPr>
          <p:cNvSpPr/>
          <p:nvPr/>
        </p:nvSpPr>
        <p:spPr>
          <a:xfrm>
            <a:off x="3342201" y="5082053"/>
            <a:ext cx="4147794" cy="989816"/>
          </a:xfrm>
          <a:custGeom>
            <a:avLst/>
            <a:gdLst>
              <a:gd name="connsiteX0" fmla="*/ 3563333 w 3676455"/>
              <a:gd name="connsiteY0" fmla="*/ 1393602 h 1393602"/>
              <a:gd name="connsiteX1" fmla="*/ 3450211 w 3676455"/>
              <a:gd name="connsiteY1" fmla="*/ 1393601 h 1393602"/>
              <a:gd name="connsiteX2" fmla="*/ 3450211 w 3676455"/>
              <a:gd name="connsiteY2" fmla="*/ 1029273 h 1393602"/>
              <a:gd name="connsiteX3" fmla="*/ 3443903 w 3676455"/>
              <a:gd name="connsiteY3" fmla="*/ 1027654 h 1393602"/>
              <a:gd name="connsiteX4" fmla="*/ 3441568 w 3676455"/>
              <a:gd name="connsiteY4" fmla="*/ 1027504 h 1393602"/>
              <a:gd name="connsiteX5" fmla="*/ 3441568 w 3676455"/>
              <a:gd name="connsiteY5" fmla="*/ 1033019 h 1393602"/>
              <a:gd name="connsiteX6" fmla="*/ 365854 w 3676455"/>
              <a:gd name="connsiteY6" fmla="*/ 1033019 h 1393602"/>
              <a:gd name="connsiteX7" fmla="*/ 317368 w 3676455"/>
              <a:gd name="connsiteY7" fmla="*/ 1038523 h 1393602"/>
              <a:gd name="connsiteX8" fmla="*/ 268882 w 3676455"/>
              <a:gd name="connsiteY8" fmla="*/ 1033019 h 1393602"/>
              <a:gd name="connsiteX9" fmla="*/ 254524 w 3676455"/>
              <a:gd name="connsiteY9" fmla="*/ 1033019 h 1393602"/>
              <a:gd name="connsiteX10" fmla="*/ 254524 w 3676455"/>
              <a:gd name="connsiteY10" fmla="*/ 1031389 h 1393602"/>
              <a:gd name="connsiteX11" fmla="*/ 194445 w 3676455"/>
              <a:gd name="connsiteY11" fmla="*/ 1024569 h 1393602"/>
              <a:gd name="connsiteX12" fmla="*/ 1570 w 3676455"/>
              <a:gd name="connsiteY12" fmla="*/ 860960 h 1393602"/>
              <a:gd name="connsiteX13" fmla="*/ 1570 w 3676455"/>
              <a:gd name="connsiteY13" fmla="*/ 280085 h 1393602"/>
              <a:gd name="connsiteX14" fmla="*/ 0 w 3676455"/>
              <a:gd name="connsiteY14" fmla="*/ 263951 h 1393602"/>
              <a:gd name="connsiteX15" fmla="*/ 1570 w 3676455"/>
              <a:gd name="connsiteY15" fmla="*/ 247817 h 1393602"/>
              <a:gd name="connsiteX16" fmla="*/ 1570 w 3676455"/>
              <a:gd name="connsiteY16" fmla="*/ 207392 h 1393602"/>
              <a:gd name="connsiteX17" fmla="*/ 4960 w 3676455"/>
              <a:gd name="connsiteY17" fmla="*/ 212995 h 1393602"/>
              <a:gd name="connsiteX18" fmla="*/ 10001 w 3676455"/>
              <a:gd name="connsiteY18" fmla="*/ 161209 h 1393602"/>
              <a:gd name="connsiteX19" fmla="*/ 127262 w 3676455"/>
              <a:gd name="connsiteY19" fmla="*/ 0 h 1393602"/>
              <a:gd name="connsiteX20" fmla="*/ 254524 w 3676455"/>
              <a:gd name="connsiteY20" fmla="*/ 1 h 1393602"/>
              <a:gd name="connsiteX21" fmla="*/ 254524 w 3676455"/>
              <a:gd name="connsiteY21" fmla="*/ 340149 h 1393602"/>
              <a:gd name="connsiteX22" fmla="*/ 566530 w 3676455"/>
              <a:gd name="connsiteY22" fmla="*/ 340149 h 1393602"/>
              <a:gd name="connsiteX23" fmla="*/ 633166 w 3676455"/>
              <a:gd name="connsiteY23" fmla="*/ 338413 h 1393602"/>
              <a:gd name="connsiteX24" fmla="*/ 633166 w 3676455"/>
              <a:gd name="connsiteY24" fmla="*/ 340149 h 1393602"/>
              <a:gd name="connsiteX25" fmla="*/ 3288577 w 3676455"/>
              <a:gd name="connsiteY25" fmla="*/ 340149 h 1393602"/>
              <a:gd name="connsiteX26" fmla="*/ 3359084 w 3676455"/>
              <a:gd name="connsiteY26" fmla="*/ 332182 h 1393602"/>
              <a:gd name="connsiteX27" fmla="*/ 3429591 w 3676455"/>
              <a:gd name="connsiteY27" fmla="*/ 340149 h 1393602"/>
              <a:gd name="connsiteX28" fmla="*/ 3441568 w 3676455"/>
              <a:gd name="connsiteY28" fmla="*/ 340149 h 1393602"/>
              <a:gd name="connsiteX29" fmla="*/ 3441568 w 3676455"/>
              <a:gd name="connsiteY29" fmla="*/ 341502 h 1393602"/>
              <a:gd name="connsiteX30" fmla="*/ 3482007 w 3676455"/>
              <a:gd name="connsiteY30" fmla="*/ 346072 h 1393602"/>
              <a:gd name="connsiteX31" fmla="*/ 3674882 w 3676455"/>
              <a:gd name="connsiteY31" fmla="*/ 508930 h 1393602"/>
              <a:gd name="connsiteX32" fmla="*/ 3674882 w 3676455"/>
              <a:gd name="connsiteY32" fmla="*/ 1086275 h 1393602"/>
              <a:gd name="connsiteX33" fmla="*/ 3676455 w 3676455"/>
              <a:gd name="connsiteY33" fmla="*/ 1106084 h 1393602"/>
              <a:gd name="connsiteX34" fmla="*/ 3674882 w 3676455"/>
              <a:gd name="connsiteY34" fmla="*/ 1125893 h 1393602"/>
              <a:gd name="connsiteX35" fmla="*/ 3674882 w 3676455"/>
              <a:gd name="connsiteY35" fmla="*/ 1159499 h 1393602"/>
              <a:gd name="connsiteX36" fmla="*/ 3672521 w 3676455"/>
              <a:gd name="connsiteY36" fmla="*/ 1155614 h 1393602"/>
              <a:gd name="connsiteX37" fmla="*/ 3667565 w 3676455"/>
              <a:gd name="connsiteY37" fmla="*/ 1217999 h 1393602"/>
              <a:gd name="connsiteX38" fmla="*/ 3563333 w 3676455"/>
              <a:gd name="connsiteY38" fmla="*/ 1393602 h 139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676455" h="1393602">
                <a:moveTo>
                  <a:pt x="3563333" y="1393602"/>
                </a:moveTo>
                <a:lnTo>
                  <a:pt x="3450211" y="1393601"/>
                </a:lnTo>
                <a:lnTo>
                  <a:pt x="3450211" y="1029273"/>
                </a:lnTo>
                <a:lnTo>
                  <a:pt x="3443903" y="1027654"/>
                </a:lnTo>
                <a:lnTo>
                  <a:pt x="3441568" y="1027504"/>
                </a:lnTo>
                <a:lnTo>
                  <a:pt x="3441568" y="1033019"/>
                </a:lnTo>
                <a:lnTo>
                  <a:pt x="365854" y="1033019"/>
                </a:lnTo>
                <a:lnTo>
                  <a:pt x="317368" y="1038523"/>
                </a:lnTo>
                <a:lnTo>
                  <a:pt x="268882" y="1033019"/>
                </a:lnTo>
                <a:lnTo>
                  <a:pt x="254524" y="1033019"/>
                </a:lnTo>
                <a:lnTo>
                  <a:pt x="254524" y="1031389"/>
                </a:lnTo>
                <a:lnTo>
                  <a:pt x="194445" y="1024569"/>
                </a:lnTo>
                <a:cubicBezTo>
                  <a:pt x="81101" y="997614"/>
                  <a:pt x="1570" y="934509"/>
                  <a:pt x="1570" y="860960"/>
                </a:cubicBezTo>
                <a:lnTo>
                  <a:pt x="1570" y="280085"/>
                </a:lnTo>
                <a:lnTo>
                  <a:pt x="0" y="263951"/>
                </a:lnTo>
                <a:lnTo>
                  <a:pt x="1570" y="247817"/>
                </a:lnTo>
                <a:lnTo>
                  <a:pt x="1570" y="207392"/>
                </a:lnTo>
                <a:lnTo>
                  <a:pt x="4960" y="212995"/>
                </a:lnTo>
                <a:lnTo>
                  <a:pt x="10001" y="161209"/>
                </a:lnTo>
                <a:cubicBezTo>
                  <a:pt x="29320" y="66473"/>
                  <a:pt x="74548" y="0"/>
                  <a:pt x="127262" y="0"/>
                </a:cubicBezTo>
                <a:lnTo>
                  <a:pt x="254524" y="1"/>
                </a:lnTo>
                <a:lnTo>
                  <a:pt x="254524" y="340149"/>
                </a:lnTo>
                <a:lnTo>
                  <a:pt x="566530" y="340149"/>
                </a:lnTo>
                <a:lnTo>
                  <a:pt x="633166" y="338413"/>
                </a:lnTo>
                <a:lnTo>
                  <a:pt x="633166" y="340149"/>
                </a:lnTo>
                <a:lnTo>
                  <a:pt x="3288577" y="340149"/>
                </a:lnTo>
                <a:lnTo>
                  <a:pt x="3359084" y="332182"/>
                </a:lnTo>
                <a:lnTo>
                  <a:pt x="3429591" y="340149"/>
                </a:lnTo>
                <a:lnTo>
                  <a:pt x="3441568" y="340149"/>
                </a:lnTo>
                <a:lnTo>
                  <a:pt x="3441568" y="341502"/>
                </a:lnTo>
                <a:lnTo>
                  <a:pt x="3482007" y="346072"/>
                </a:lnTo>
                <a:cubicBezTo>
                  <a:pt x="3595351" y="372904"/>
                  <a:pt x="3674882" y="435719"/>
                  <a:pt x="3674882" y="508930"/>
                </a:cubicBezTo>
                <a:lnTo>
                  <a:pt x="3674882" y="1086275"/>
                </a:lnTo>
                <a:lnTo>
                  <a:pt x="3676455" y="1106084"/>
                </a:lnTo>
                <a:lnTo>
                  <a:pt x="3674882" y="1125893"/>
                </a:lnTo>
                <a:lnTo>
                  <a:pt x="3674882" y="1159499"/>
                </a:lnTo>
                <a:lnTo>
                  <a:pt x="3672521" y="1155614"/>
                </a:lnTo>
                <a:lnTo>
                  <a:pt x="3667565" y="1217999"/>
                </a:lnTo>
                <a:cubicBezTo>
                  <a:pt x="3650393" y="1321194"/>
                  <a:pt x="3610190" y="1393602"/>
                  <a:pt x="3563333" y="139360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SUNIL KUMAR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5ECBCB5-B5B8-4657-A79C-52656CCAB91B}"/>
              </a:ext>
            </a:extLst>
          </p:cNvPr>
          <p:cNvSpPr/>
          <p:nvPr/>
        </p:nvSpPr>
        <p:spPr>
          <a:xfrm>
            <a:off x="3342201" y="5680526"/>
            <a:ext cx="4147794" cy="989816"/>
          </a:xfrm>
          <a:custGeom>
            <a:avLst/>
            <a:gdLst>
              <a:gd name="connsiteX0" fmla="*/ 3563333 w 3676455"/>
              <a:gd name="connsiteY0" fmla="*/ 1393602 h 1393602"/>
              <a:gd name="connsiteX1" fmla="*/ 3450211 w 3676455"/>
              <a:gd name="connsiteY1" fmla="*/ 1393601 h 1393602"/>
              <a:gd name="connsiteX2" fmla="*/ 3450211 w 3676455"/>
              <a:gd name="connsiteY2" fmla="*/ 1029273 h 1393602"/>
              <a:gd name="connsiteX3" fmla="*/ 3443903 w 3676455"/>
              <a:gd name="connsiteY3" fmla="*/ 1027654 h 1393602"/>
              <a:gd name="connsiteX4" fmla="*/ 3441568 w 3676455"/>
              <a:gd name="connsiteY4" fmla="*/ 1027504 h 1393602"/>
              <a:gd name="connsiteX5" fmla="*/ 3441568 w 3676455"/>
              <a:gd name="connsiteY5" fmla="*/ 1033019 h 1393602"/>
              <a:gd name="connsiteX6" fmla="*/ 365854 w 3676455"/>
              <a:gd name="connsiteY6" fmla="*/ 1033019 h 1393602"/>
              <a:gd name="connsiteX7" fmla="*/ 317368 w 3676455"/>
              <a:gd name="connsiteY7" fmla="*/ 1038523 h 1393602"/>
              <a:gd name="connsiteX8" fmla="*/ 268882 w 3676455"/>
              <a:gd name="connsiteY8" fmla="*/ 1033019 h 1393602"/>
              <a:gd name="connsiteX9" fmla="*/ 254524 w 3676455"/>
              <a:gd name="connsiteY9" fmla="*/ 1033019 h 1393602"/>
              <a:gd name="connsiteX10" fmla="*/ 254524 w 3676455"/>
              <a:gd name="connsiteY10" fmla="*/ 1031389 h 1393602"/>
              <a:gd name="connsiteX11" fmla="*/ 194445 w 3676455"/>
              <a:gd name="connsiteY11" fmla="*/ 1024569 h 1393602"/>
              <a:gd name="connsiteX12" fmla="*/ 1570 w 3676455"/>
              <a:gd name="connsiteY12" fmla="*/ 860960 h 1393602"/>
              <a:gd name="connsiteX13" fmla="*/ 1570 w 3676455"/>
              <a:gd name="connsiteY13" fmla="*/ 280085 h 1393602"/>
              <a:gd name="connsiteX14" fmla="*/ 0 w 3676455"/>
              <a:gd name="connsiteY14" fmla="*/ 263951 h 1393602"/>
              <a:gd name="connsiteX15" fmla="*/ 1570 w 3676455"/>
              <a:gd name="connsiteY15" fmla="*/ 247817 h 1393602"/>
              <a:gd name="connsiteX16" fmla="*/ 1570 w 3676455"/>
              <a:gd name="connsiteY16" fmla="*/ 207392 h 1393602"/>
              <a:gd name="connsiteX17" fmla="*/ 4960 w 3676455"/>
              <a:gd name="connsiteY17" fmla="*/ 212995 h 1393602"/>
              <a:gd name="connsiteX18" fmla="*/ 10001 w 3676455"/>
              <a:gd name="connsiteY18" fmla="*/ 161209 h 1393602"/>
              <a:gd name="connsiteX19" fmla="*/ 127262 w 3676455"/>
              <a:gd name="connsiteY19" fmla="*/ 0 h 1393602"/>
              <a:gd name="connsiteX20" fmla="*/ 254524 w 3676455"/>
              <a:gd name="connsiteY20" fmla="*/ 1 h 1393602"/>
              <a:gd name="connsiteX21" fmla="*/ 254524 w 3676455"/>
              <a:gd name="connsiteY21" fmla="*/ 340149 h 1393602"/>
              <a:gd name="connsiteX22" fmla="*/ 566530 w 3676455"/>
              <a:gd name="connsiteY22" fmla="*/ 340149 h 1393602"/>
              <a:gd name="connsiteX23" fmla="*/ 633166 w 3676455"/>
              <a:gd name="connsiteY23" fmla="*/ 338413 h 1393602"/>
              <a:gd name="connsiteX24" fmla="*/ 633166 w 3676455"/>
              <a:gd name="connsiteY24" fmla="*/ 340149 h 1393602"/>
              <a:gd name="connsiteX25" fmla="*/ 3288577 w 3676455"/>
              <a:gd name="connsiteY25" fmla="*/ 340149 h 1393602"/>
              <a:gd name="connsiteX26" fmla="*/ 3359084 w 3676455"/>
              <a:gd name="connsiteY26" fmla="*/ 332182 h 1393602"/>
              <a:gd name="connsiteX27" fmla="*/ 3429591 w 3676455"/>
              <a:gd name="connsiteY27" fmla="*/ 340149 h 1393602"/>
              <a:gd name="connsiteX28" fmla="*/ 3441568 w 3676455"/>
              <a:gd name="connsiteY28" fmla="*/ 340149 h 1393602"/>
              <a:gd name="connsiteX29" fmla="*/ 3441568 w 3676455"/>
              <a:gd name="connsiteY29" fmla="*/ 341502 h 1393602"/>
              <a:gd name="connsiteX30" fmla="*/ 3482007 w 3676455"/>
              <a:gd name="connsiteY30" fmla="*/ 346072 h 1393602"/>
              <a:gd name="connsiteX31" fmla="*/ 3674882 w 3676455"/>
              <a:gd name="connsiteY31" fmla="*/ 508930 h 1393602"/>
              <a:gd name="connsiteX32" fmla="*/ 3674882 w 3676455"/>
              <a:gd name="connsiteY32" fmla="*/ 1086275 h 1393602"/>
              <a:gd name="connsiteX33" fmla="*/ 3676455 w 3676455"/>
              <a:gd name="connsiteY33" fmla="*/ 1106084 h 1393602"/>
              <a:gd name="connsiteX34" fmla="*/ 3674882 w 3676455"/>
              <a:gd name="connsiteY34" fmla="*/ 1125893 h 1393602"/>
              <a:gd name="connsiteX35" fmla="*/ 3674882 w 3676455"/>
              <a:gd name="connsiteY35" fmla="*/ 1159499 h 1393602"/>
              <a:gd name="connsiteX36" fmla="*/ 3672521 w 3676455"/>
              <a:gd name="connsiteY36" fmla="*/ 1155614 h 1393602"/>
              <a:gd name="connsiteX37" fmla="*/ 3667565 w 3676455"/>
              <a:gd name="connsiteY37" fmla="*/ 1217999 h 1393602"/>
              <a:gd name="connsiteX38" fmla="*/ 3563333 w 3676455"/>
              <a:gd name="connsiteY38" fmla="*/ 1393602 h 139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676455" h="1393602">
                <a:moveTo>
                  <a:pt x="3563333" y="1393602"/>
                </a:moveTo>
                <a:lnTo>
                  <a:pt x="3450211" y="1393601"/>
                </a:lnTo>
                <a:lnTo>
                  <a:pt x="3450211" y="1029273"/>
                </a:lnTo>
                <a:lnTo>
                  <a:pt x="3443903" y="1027654"/>
                </a:lnTo>
                <a:lnTo>
                  <a:pt x="3441568" y="1027504"/>
                </a:lnTo>
                <a:lnTo>
                  <a:pt x="3441568" y="1033019"/>
                </a:lnTo>
                <a:lnTo>
                  <a:pt x="365854" y="1033019"/>
                </a:lnTo>
                <a:lnTo>
                  <a:pt x="317368" y="1038523"/>
                </a:lnTo>
                <a:lnTo>
                  <a:pt x="268882" y="1033019"/>
                </a:lnTo>
                <a:lnTo>
                  <a:pt x="254524" y="1033019"/>
                </a:lnTo>
                <a:lnTo>
                  <a:pt x="254524" y="1031389"/>
                </a:lnTo>
                <a:lnTo>
                  <a:pt x="194445" y="1024569"/>
                </a:lnTo>
                <a:cubicBezTo>
                  <a:pt x="81101" y="997614"/>
                  <a:pt x="1570" y="934509"/>
                  <a:pt x="1570" y="860960"/>
                </a:cubicBezTo>
                <a:lnTo>
                  <a:pt x="1570" y="280085"/>
                </a:lnTo>
                <a:lnTo>
                  <a:pt x="0" y="263951"/>
                </a:lnTo>
                <a:lnTo>
                  <a:pt x="1570" y="247817"/>
                </a:lnTo>
                <a:lnTo>
                  <a:pt x="1570" y="207392"/>
                </a:lnTo>
                <a:lnTo>
                  <a:pt x="4960" y="212995"/>
                </a:lnTo>
                <a:lnTo>
                  <a:pt x="10001" y="161209"/>
                </a:lnTo>
                <a:cubicBezTo>
                  <a:pt x="29320" y="66473"/>
                  <a:pt x="74548" y="0"/>
                  <a:pt x="127262" y="0"/>
                </a:cubicBezTo>
                <a:lnTo>
                  <a:pt x="254524" y="1"/>
                </a:lnTo>
                <a:lnTo>
                  <a:pt x="254524" y="340149"/>
                </a:lnTo>
                <a:lnTo>
                  <a:pt x="566530" y="340149"/>
                </a:lnTo>
                <a:lnTo>
                  <a:pt x="633166" y="338413"/>
                </a:lnTo>
                <a:lnTo>
                  <a:pt x="633166" y="340149"/>
                </a:lnTo>
                <a:lnTo>
                  <a:pt x="3288577" y="340149"/>
                </a:lnTo>
                <a:lnTo>
                  <a:pt x="3359084" y="332182"/>
                </a:lnTo>
                <a:lnTo>
                  <a:pt x="3429591" y="340149"/>
                </a:lnTo>
                <a:lnTo>
                  <a:pt x="3441568" y="340149"/>
                </a:lnTo>
                <a:lnTo>
                  <a:pt x="3441568" y="341502"/>
                </a:lnTo>
                <a:lnTo>
                  <a:pt x="3482007" y="346072"/>
                </a:lnTo>
                <a:cubicBezTo>
                  <a:pt x="3595351" y="372904"/>
                  <a:pt x="3674882" y="435719"/>
                  <a:pt x="3674882" y="508930"/>
                </a:cubicBezTo>
                <a:lnTo>
                  <a:pt x="3674882" y="1086275"/>
                </a:lnTo>
                <a:lnTo>
                  <a:pt x="3676455" y="1106084"/>
                </a:lnTo>
                <a:lnTo>
                  <a:pt x="3674882" y="1125893"/>
                </a:lnTo>
                <a:lnTo>
                  <a:pt x="3674882" y="1159499"/>
                </a:lnTo>
                <a:lnTo>
                  <a:pt x="3672521" y="1155614"/>
                </a:lnTo>
                <a:lnTo>
                  <a:pt x="3667565" y="1217999"/>
                </a:lnTo>
                <a:cubicBezTo>
                  <a:pt x="3650393" y="1321194"/>
                  <a:pt x="3610190" y="1393602"/>
                  <a:pt x="3563333" y="139360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SK. AKHIL</a:t>
            </a:r>
          </a:p>
        </p:txBody>
      </p:sp>
      <p:sp>
        <p:nvSpPr>
          <p:cNvPr id="17" name="10-Point Star 16"/>
          <p:cNvSpPr/>
          <p:nvPr/>
        </p:nvSpPr>
        <p:spPr>
          <a:xfrm>
            <a:off x="9353005" y="2480591"/>
            <a:ext cx="2586446" cy="2428398"/>
          </a:xfrm>
          <a:prstGeom prst="star10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GROUP NO.</a:t>
            </a:r>
          </a:p>
          <a:p>
            <a:pPr algn="ctr"/>
            <a:r>
              <a:rPr lang="en-GB" sz="4800" b="1" dirty="0"/>
              <a:t>5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96807" y="-127726"/>
            <a:ext cx="11845637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CROWDFUNDING  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3200" i="1" dirty="0">
                <a:solidFill>
                  <a:schemeClr val="bg1"/>
                </a:solidFill>
              </a:rPr>
              <a:t/>
            </a:r>
            <a:br>
              <a:rPr lang="en-US" sz="3200" i="1" dirty="0">
                <a:solidFill>
                  <a:schemeClr val="bg1"/>
                </a:solidFill>
              </a:rPr>
            </a:br>
            <a:r>
              <a:rPr lang="en-US" sz="3200" i="1" dirty="0">
                <a:solidFill>
                  <a:schemeClr val="bg1"/>
                </a:solidFill>
              </a:rPr>
              <a:t/>
            </a:r>
            <a:br>
              <a:rPr lang="en-US" sz="3200" i="1" dirty="0">
                <a:solidFill>
                  <a:schemeClr val="bg1"/>
                </a:solidFill>
              </a:rPr>
            </a:br>
            <a:r>
              <a:rPr lang="en-IN" sz="3200" dirty="0">
                <a:solidFill>
                  <a:schemeClr val="bg1"/>
                </a:solidFill>
                <a:latin typeface="Gill Sans MT" panose="020B0502020104020203" pitchFamily="34" charset="0"/>
              </a:rPr>
              <a:t/>
            </a:r>
            <a:br>
              <a:rPr lang="en-IN" sz="3200" dirty="0">
                <a:solidFill>
                  <a:schemeClr val="bg1"/>
                </a:solidFill>
                <a:latin typeface="Gill Sans MT" panose="020B0502020104020203" pitchFamily="34" charset="0"/>
              </a:rPr>
            </a:b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Crowdfunding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way of raising money by collecting small amounts </a:t>
            </a:r>
            <a:r>
              <a:rPr lang="en-US" alt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large number of people, usually through the internet.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individuals, </a:t>
            </a:r>
            <a:r>
              <a:rPr lang="en-GB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start-ups, 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creators to </a:t>
            </a:r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 their projects, products, or </a:t>
            </a:r>
            <a:r>
              <a:rPr lang="en-GB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ideas.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85496" y="425783"/>
            <a:ext cx="101540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FAMOUS</a:t>
            </a:r>
            <a:r>
              <a:rPr lang="en-US" sz="40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CROWDFUNDINGS</a:t>
            </a:r>
            <a:r>
              <a:rPr lang="en-US" sz="40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E925315-6893-FAB9-6D72-6F368F732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153" y="4518048"/>
            <a:ext cx="5398115" cy="1973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BFC7CAB-7792-D188-3CD1-4BE55F004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253" y="1527867"/>
            <a:ext cx="5724947" cy="23188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762CC86-0E98-3793-41A5-A615FD936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4003699"/>
            <a:ext cx="5038725" cy="24876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154AAF-E518-119B-D9AC-77C32F362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" y="1890644"/>
            <a:ext cx="4966161" cy="7966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58FD186-5C21-8504-2187-32259EADF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323850"/>
            <a:ext cx="6962775" cy="11715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Rectangle 6"/>
          <p:cNvSpPr/>
          <p:nvPr/>
        </p:nvSpPr>
        <p:spPr>
          <a:xfrm>
            <a:off x="657225" y="2087100"/>
            <a:ext cx="1153477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Kickstarter helps people raise money for creative projects like </a:t>
            </a:r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products, art, games, music, and </a:t>
            </a:r>
            <a:r>
              <a:rPr lang="en-GB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GB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who support a project are called </a:t>
            </a:r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backers</a:t>
            </a:r>
            <a:r>
              <a:rPr lang="en-GB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return, they might get </a:t>
            </a:r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rewards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access</a:t>
            </a: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the product once it’s made.</a:t>
            </a:r>
            <a:b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18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8241" y="1581788"/>
            <a:ext cx="7719486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z="8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WISE</a:t>
            </a:r>
          </a:p>
          <a:p>
            <a:r>
              <a:rPr lang="en-US" sz="8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endParaRPr lang="en-IN" sz="8000" dirty="0">
              <a:solidFill>
                <a:schemeClr val="bg1"/>
              </a:solidFill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4715379" y="4332514"/>
            <a:ext cx="1841863" cy="182880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06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2" y="1044194"/>
            <a:ext cx="11351623" cy="5813806"/>
          </a:xfrm>
          <a:prstGeom prst="rect">
            <a:avLst/>
          </a:prstGeom>
        </p:spPr>
      </p:pic>
      <p:sp>
        <p:nvSpPr>
          <p:cNvPr id="12" name="Pentagon 11"/>
          <p:cNvSpPr/>
          <p:nvPr/>
        </p:nvSpPr>
        <p:spPr>
          <a:xfrm>
            <a:off x="0" y="287383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EXCEL DASHBOARD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7" y="686280"/>
            <a:ext cx="11789426" cy="5819024"/>
          </a:xfrm>
          <a:prstGeom prst="rect">
            <a:avLst/>
          </a:prstGeom>
        </p:spPr>
      </p:pic>
      <p:sp>
        <p:nvSpPr>
          <p:cNvPr id="6" name="Pentagon 5"/>
          <p:cNvSpPr/>
          <p:nvPr/>
        </p:nvSpPr>
        <p:spPr>
          <a:xfrm>
            <a:off x="0" y="211327"/>
            <a:ext cx="4627812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POWER BI DASHBOARD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56084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7" y="836023"/>
            <a:ext cx="11456124" cy="5630091"/>
          </a:xfrm>
          <a:prstGeom prst="rect">
            <a:avLst/>
          </a:prstGeom>
        </p:spPr>
      </p:pic>
      <p:sp>
        <p:nvSpPr>
          <p:cNvPr id="5" name="Pentagon 4"/>
          <p:cNvSpPr/>
          <p:nvPr/>
        </p:nvSpPr>
        <p:spPr>
          <a:xfrm>
            <a:off x="0" y="211327"/>
            <a:ext cx="4627812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POWER BI DASHBOARD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64897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9244"/>
            <a:ext cx="11913326" cy="5656178"/>
          </a:xfrm>
          <a:prstGeom prst="rect">
            <a:avLst/>
          </a:prstGeom>
        </p:spPr>
      </p:pic>
      <p:sp>
        <p:nvSpPr>
          <p:cNvPr id="5" name="Pentagon 4"/>
          <p:cNvSpPr/>
          <p:nvPr/>
        </p:nvSpPr>
        <p:spPr>
          <a:xfrm>
            <a:off x="0" y="184578"/>
            <a:ext cx="3933502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TABLEAU DASHBOARD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84940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Pentagon 4"/>
          <p:cNvSpPr/>
          <p:nvPr/>
        </p:nvSpPr>
        <p:spPr>
          <a:xfrm>
            <a:off x="0" y="184578"/>
            <a:ext cx="3933502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TABLEAU DASHBOARD</a:t>
            </a:r>
            <a:endParaRPr lang="en-IN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8824"/>
            <a:ext cx="12192000" cy="563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3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16933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460375" y="678476"/>
            <a:ext cx="117334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Calendar Table using the Date Column Created Date ( Which has Dates from Minimum Dates and Maximum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Dates) Add all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below Columns in the Calendar Table using the Formulas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A.Year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B.Monthno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C.Monthfullname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D.Quarter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(Q1,Q2,Q3,Q4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YearMonth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YYYY-MMM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, 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Weekdayno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G.Weekdayname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H.FinancialMOnth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April = FM1, May= FM2  &amp;. March = FM12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Financial Quarter ( Quarters based on Financial Month FQ-1 . FQ-2..)</a:t>
            </a:r>
          </a:p>
        </p:txBody>
      </p:sp>
      <p:sp>
        <p:nvSpPr>
          <p:cNvPr id="3" name="AutoShape 2" descr="blob:https://web.whatsapp.com/6293a65c-8d90-48e9-9836-3e9a31ae9b2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84" y="2950388"/>
            <a:ext cx="9667298" cy="372303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22120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1084220" y="1019624"/>
            <a:ext cx="103216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amount into USD using the Static USD Rate.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63" y="1981935"/>
            <a:ext cx="10247617" cy="381050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58509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1327207" y="1018092"/>
            <a:ext cx="9157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KPI </a:t>
            </a:r>
            <a:r>
              <a:rPr lang="en-GB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Number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Projects based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outcome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749" y="2040102"/>
            <a:ext cx="4707833" cy="310407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9929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651164" y="1066801"/>
            <a:ext cx="11291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KPI </a:t>
            </a:r>
            <a:r>
              <a:rPr lang="en-GB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Number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Projects based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Locations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08" y="1824457"/>
            <a:ext cx="3502855" cy="468924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4253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703384" y="1017456"/>
            <a:ext cx="10848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Overview KPI </a:t>
            </a:r>
            <a:r>
              <a:rPr lang="en-GB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Number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Projects based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Category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31" y="1721878"/>
            <a:ext cx="4023360" cy="432845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2059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554182" y="955963"/>
            <a:ext cx="99337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KPI </a:t>
            </a:r>
            <a:r>
              <a:rPr lang="en-GB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Number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Projects created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4182" y="1722924"/>
            <a:ext cx="103354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KPI </a:t>
            </a:r>
            <a:r>
              <a:rPr lang="en-GB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Number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Projects created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Quarter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4182" y="1325295"/>
            <a:ext cx="96150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KPI </a:t>
            </a:r>
            <a:r>
              <a:rPr lang="en-GB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Number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Projects created 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67" y="2489885"/>
            <a:ext cx="2815348" cy="354849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638" y="2489885"/>
            <a:ext cx="3169102" cy="359698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163" y="2489885"/>
            <a:ext cx="2407281" cy="160268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21825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526912" y="1009902"/>
            <a:ext cx="3929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Amount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Raised for successful projects: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46" b="23558"/>
          <a:stretch/>
        </p:blipFill>
        <p:spPr>
          <a:xfrm>
            <a:off x="637823" y="1562416"/>
            <a:ext cx="3707461" cy="78688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526912" y="2555022"/>
            <a:ext cx="6075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backers for successful projects: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22" y="3302247"/>
            <a:ext cx="3707460" cy="86853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603658" y="4648284"/>
            <a:ext cx="4630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days for successful projects: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23" y="5126702"/>
            <a:ext cx="3707460" cy="76050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13034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665018" y="1207763"/>
            <a:ext cx="86313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Projects : Based on Number of Backers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60" y="1993840"/>
            <a:ext cx="5623240" cy="225731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78399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872836" y="1136073"/>
            <a:ext cx="71905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Projects : Based on Amount Raised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13" y="1805119"/>
            <a:ext cx="5046966" cy="197279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6454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1174846" y="1207716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Successful Projects overall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447" y="2106287"/>
            <a:ext cx="4711239" cy="114509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63244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1177636" y="1080654"/>
            <a:ext cx="6135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Successful Projects  by Category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110" y="1742699"/>
            <a:ext cx="6966700" cy="478672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55563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1219200" y="1094509"/>
            <a:ext cx="81878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Successful Projects by Year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741" y="1879873"/>
            <a:ext cx="5751369" cy="340270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106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1132025" y="1136073"/>
            <a:ext cx="63450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Successful Projects by Month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05" y="1963001"/>
            <a:ext cx="6666634" cy="389084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2137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1404745" y="1081997"/>
            <a:ext cx="4346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Successful Projects by Quarter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587" y="2013167"/>
            <a:ext cx="6665742" cy="164742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44603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2" name="Pentagon 11"/>
          <p:cNvSpPr/>
          <p:nvPr/>
        </p:nvSpPr>
        <p:spPr>
          <a:xfrm>
            <a:off x="0" y="273529"/>
            <a:ext cx="3892733" cy="40494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SQL 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1045641" y="1356293"/>
            <a:ext cx="102939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Successful projects by Goal Range ( decide the range as per your need ) where goal range is from 0 to 100000 USD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438" y="2571122"/>
            <a:ext cx="7248957" cy="108193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3605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5">
            <a:extLst>
              <a:ext uri="{FF2B5EF4-FFF2-40B4-BE49-F238E27FC236}">
                <a16:creationId xmlns="" xmlns:a16="http://schemas.microsoft.com/office/drawing/2014/main" id="{B7BFD7D2-6C97-1E33-B2CC-6AE1EB9EF8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="" xmlns:a16="http://schemas.microsoft.com/office/drawing/2014/main" id="{D45A4C16-121E-2E37-49E9-4A4ACF2C51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" name="Text Placeholder 43">
            <a:extLst>
              <a:ext uri="{FF2B5EF4-FFF2-40B4-BE49-F238E27FC236}">
                <a16:creationId xmlns="" xmlns:a16="http://schemas.microsoft.com/office/drawing/2014/main" id="{D585FA3F-E61C-D66E-07B0-F757A8CA6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="" xmlns:a16="http://schemas.microsoft.com/office/drawing/2014/main" id="{37E333FD-F3EA-ED3D-DAD7-C1B2247BA3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1C748A0D-60B9-473D-CE36-5D74AA0DF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729" y="507991"/>
            <a:ext cx="10125075" cy="3262744"/>
          </a:xfrm>
        </p:spPr>
        <p:txBody>
          <a:bodyPr>
            <a:noAutofit/>
          </a:bodyPr>
          <a:lstStyle/>
          <a:p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 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D306363-6211-4535-D549-55D9C3F9BF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10109034" y="2638598"/>
            <a:ext cx="1801368" cy="1950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7833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27AE480-D58D-8A4F-D9AD-3E0956702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23848" y="1320036"/>
            <a:ext cx="1072420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projects created is approximately 364K.</a:t>
            </a:r>
          </a:p>
          <a:p>
            <a:pPr marL="342900" indent="-342900" algn="just"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top 3 countries according to the number of project created are The USA 266K, England 32k and Canada 13K.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raised amount is $ 3.8 billion and $ 3.4 billion for all projects and successful projects respectively.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backers is 44 Million and 40 Million for all projects and successful projects respectively.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IN" sz="2400" dirty="0">
              <a:latin typeface="Bell MT" panose="02020503060305020303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IN" sz="2400" dirty="0">
              <a:latin typeface="Aptos Narrow" panose="020B00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5029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2144" y="2584379"/>
            <a:ext cx="78555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247F30-5811-40C0-99EC-CF53200590BE}">
  <ds:schemaRefs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71af3243-3dd4-4a8d-8c0d-dd76da1f02a5"/>
    <ds:schemaRef ds:uri="230e9df3-be65-4c73-a93b-d1236ebd677e"/>
    <ds:schemaRef ds:uri="16c05727-aa75-4e4a-9b5f-8a80a1165891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308</TotalTime>
  <Words>440</Words>
  <Application>Microsoft Office PowerPoint</Application>
  <PresentationFormat>Widescreen</PresentationFormat>
  <Paragraphs>101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Aptos</vt:lpstr>
      <vt:lpstr>Aptos Light</vt:lpstr>
      <vt:lpstr>Aptos Narrow</vt:lpstr>
      <vt:lpstr>Arial</vt:lpstr>
      <vt:lpstr>Bell MT</vt:lpstr>
      <vt:lpstr>Calibri</vt:lpstr>
      <vt:lpstr>Gill Sans MT</vt:lpstr>
      <vt:lpstr>Times New Roman</vt:lpstr>
      <vt:lpstr>Wingdings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CONCLUSION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Nandini Gupta</dc:creator>
  <cp:lastModifiedBy>Madhura Patil</cp:lastModifiedBy>
  <cp:revision>31</cp:revision>
  <dcterms:created xsi:type="dcterms:W3CDTF">2025-10-19T17:48:08Z</dcterms:created>
  <dcterms:modified xsi:type="dcterms:W3CDTF">2025-10-20T16:07:12Z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